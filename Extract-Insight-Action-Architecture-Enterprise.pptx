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58" r:id="rId3"/>
    <p:sldId id="260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D3DE6D7-9D50-4860-8B7C-676B93AA1352}">
          <p14:sldIdLst>
            <p14:sldId id="259"/>
            <p14:sldId id="258"/>
          </p14:sldIdLst>
        </p14:section>
        <p14:section name="archive" id="{415FC4B5-2493-4045-B0DD-826EC23A97AC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0ED71-ECC1-4389-93B1-594CA2AFE81F}" v="6" dt="2026-06-03T18:55:29.9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06" autoAdjust="0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8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rthankar Barari (TR)" userId="e41d4ef3-c9c5-4f08-a494-4c3cb9d953aa" providerId="ADAL" clId="{FDA9B3D4-9EE2-49C8-BD6B-D26A18FAF216}"/>
    <pc:docChg chg="undo redo custSel addSld delSld modSld sldOrd addSection modSection">
      <pc:chgData name="Tirthankar Barari (TR)" userId="e41d4ef3-c9c5-4f08-a494-4c3cb9d953aa" providerId="ADAL" clId="{FDA9B3D4-9EE2-49C8-BD6B-D26A18FAF216}" dt="2026-06-03T21:33:32.615" v="2091" actId="2696"/>
      <pc:docMkLst>
        <pc:docMk/>
      </pc:docMkLst>
      <pc:sldChg chg="modSp del mod">
        <pc:chgData name="Tirthankar Barari (TR)" userId="e41d4ef3-c9c5-4f08-a494-4c3cb9d953aa" providerId="ADAL" clId="{FDA9B3D4-9EE2-49C8-BD6B-D26A18FAF216}" dt="2026-06-03T19:26:06.088" v="1773" actId="2696"/>
        <pc:sldMkLst>
          <pc:docMk/>
          <pc:sldMk cId="0" sldId="256"/>
        </pc:sldMkLst>
      </pc:sldChg>
      <pc:sldChg chg="modSp del mod">
        <pc:chgData name="Tirthankar Barari (TR)" userId="e41d4ef3-c9c5-4f08-a494-4c3cb9d953aa" providerId="ADAL" clId="{FDA9B3D4-9EE2-49C8-BD6B-D26A18FAF216}" dt="2026-06-03T19:26:09.010" v="1774" actId="2696"/>
        <pc:sldMkLst>
          <pc:docMk/>
          <pc:sldMk cId="0" sldId="257"/>
        </pc:sldMkLst>
      </pc:sldChg>
      <pc:sldChg chg="addSp delSp modSp add mod setBg">
        <pc:chgData name="Tirthankar Barari (TR)" userId="e41d4ef3-c9c5-4f08-a494-4c3cb9d953aa" providerId="ADAL" clId="{FDA9B3D4-9EE2-49C8-BD6B-D26A18FAF216}" dt="2026-06-03T21:29:21.682" v="1978" actId="20577"/>
        <pc:sldMkLst>
          <pc:docMk/>
          <pc:sldMk cId="4205993008" sldId="258"/>
        </pc:sldMkLst>
        <pc:spChg chg="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2" creationId="{8E798FC7-1771-84E4-BD9C-94BFAD49DC5A}"/>
          </ac:spMkLst>
        </pc:spChg>
        <pc:spChg chg="mod">
          <ac:chgData name="Tirthankar Barari (TR)" userId="e41d4ef3-c9c5-4f08-a494-4c3cb9d953aa" providerId="ADAL" clId="{FDA9B3D4-9EE2-49C8-BD6B-D26A18FAF216}" dt="2026-06-03T21:29:21.682" v="1978" actId="20577"/>
          <ac:spMkLst>
            <pc:docMk/>
            <pc:sldMk cId="4205993008" sldId="258"/>
            <ac:spMk id="4" creationId="{FA563071-0FA5-C792-726A-CD2E40D3AD9D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5" creationId="{82B02A79-888D-3E49-809B-9FC39899ED77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6" creationId="{D718D1A4-A6C7-A51A-852B-ED7EE2373597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7" creationId="{81448274-4FBB-0256-16DE-A837B4353C18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8" creationId="{DACA0E01-049C-C785-4CD0-6E5ABE0456E3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9" creationId="{E6DC323E-81F6-F5A8-690F-91B251F877DD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10" creationId="{2E25EAC1-896A-107A-6FBB-395B69C3946D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11" creationId="{FD36CE94-BD8C-077A-030A-5DC966B6A769}"/>
          </ac:spMkLst>
        </pc:spChg>
        <pc:spChg chg="mod">
          <ac:chgData name="Tirthankar Barari (TR)" userId="e41d4ef3-c9c5-4f08-a494-4c3cb9d953aa" providerId="ADAL" clId="{FDA9B3D4-9EE2-49C8-BD6B-D26A18FAF216}" dt="2026-06-03T21:22:44.037" v="1900" actId="26606"/>
          <ac:spMkLst>
            <pc:docMk/>
            <pc:sldMk cId="4205993008" sldId="258"/>
            <ac:spMk id="12" creationId="{0F2DF033-0903-E0FA-D73E-156F19E9CEA8}"/>
          </ac:spMkLst>
        </pc:spChg>
        <pc:spChg chg="mod">
          <ac:chgData name="Tirthankar Barari (TR)" userId="e41d4ef3-c9c5-4f08-a494-4c3cb9d953aa" providerId="ADAL" clId="{FDA9B3D4-9EE2-49C8-BD6B-D26A18FAF216}" dt="2026-06-03T00:44:34.676" v="776" actId="14100"/>
          <ac:spMkLst>
            <pc:docMk/>
            <pc:sldMk cId="4205993008" sldId="258"/>
            <ac:spMk id="13" creationId="{242FA6E3-C65E-9601-77E1-B7F2FB23C4B3}"/>
          </ac:spMkLst>
        </pc:spChg>
        <pc:spChg chg="mod">
          <ac:chgData name="Tirthankar Barari (TR)" userId="e41d4ef3-c9c5-4f08-a494-4c3cb9d953aa" providerId="ADAL" clId="{FDA9B3D4-9EE2-49C8-BD6B-D26A18FAF216}" dt="2026-06-03T17:26:33.031" v="834" actId="20577"/>
          <ac:spMkLst>
            <pc:docMk/>
            <pc:sldMk cId="4205993008" sldId="258"/>
            <ac:spMk id="15" creationId="{20AECCC9-E2D1-765E-57EF-BDB100574727}"/>
          </ac:spMkLst>
        </pc:spChg>
        <pc:spChg chg="mod">
          <ac:chgData name="Tirthankar Barari (TR)" userId="e41d4ef3-c9c5-4f08-a494-4c3cb9d953aa" providerId="ADAL" clId="{FDA9B3D4-9EE2-49C8-BD6B-D26A18FAF216}" dt="2026-06-03T17:24:52.237" v="823" actId="14100"/>
          <ac:spMkLst>
            <pc:docMk/>
            <pc:sldMk cId="4205993008" sldId="258"/>
            <ac:spMk id="16" creationId="{AB0327D9-AAB4-A92C-7CE9-83FF3440BD16}"/>
          </ac:spMkLst>
        </pc:spChg>
        <pc:spChg chg="mod">
          <ac:chgData name="Tirthankar Barari (TR)" userId="e41d4ef3-c9c5-4f08-a494-4c3cb9d953aa" providerId="ADAL" clId="{FDA9B3D4-9EE2-49C8-BD6B-D26A18FAF216}" dt="2026-06-03T00:44:45.490" v="777" actId="14100"/>
          <ac:spMkLst>
            <pc:docMk/>
            <pc:sldMk cId="4205993008" sldId="258"/>
            <ac:spMk id="17" creationId="{6AAA9C29-AC4B-FFB1-6F9D-954214B4502E}"/>
          </ac:spMkLst>
        </pc:spChg>
        <pc:spChg chg="mod">
          <ac:chgData name="Tirthankar Barari (TR)" userId="e41d4ef3-c9c5-4f08-a494-4c3cb9d953aa" providerId="ADAL" clId="{FDA9B3D4-9EE2-49C8-BD6B-D26A18FAF216}" dt="2026-06-03T17:26:28.121" v="833" actId="14100"/>
          <ac:spMkLst>
            <pc:docMk/>
            <pc:sldMk cId="4205993008" sldId="258"/>
            <ac:spMk id="19" creationId="{6B99062F-D097-2238-DA22-14E16DA481FA}"/>
          </ac:spMkLst>
        </pc:spChg>
        <pc:spChg chg="mod">
          <ac:chgData name="Tirthankar Barari (TR)" userId="e41d4ef3-c9c5-4f08-a494-4c3cb9d953aa" providerId="ADAL" clId="{FDA9B3D4-9EE2-49C8-BD6B-D26A18FAF216}" dt="2026-06-02T21:41:57.125" v="758" actId="12"/>
          <ac:spMkLst>
            <pc:docMk/>
            <pc:sldMk cId="4205993008" sldId="258"/>
            <ac:spMk id="20" creationId="{2933FFAF-53CD-C99B-7230-2FA8AED53664}"/>
          </ac:spMkLst>
        </pc:spChg>
        <pc:spChg chg="mod">
          <ac:chgData name="Tirthankar Barari (TR)" userId="e41d4ef3-c9c5-4f08-a494-4c3cb9d953aa" providerId="ADAL" clId="{FDA9B3D4-9EE2-49C8-BD6B-D26A18FAF216}" dt="2026-06-03T00:44:58.025" v="778" actId="14100"/>
          <ac:spMkLst>
            <pc:docMk/>
            <pc:sldMk cId="4205993008" sldId="258"/>
            <ac:spMk id="21" creationId="{4A2BF2D5-5367-1FF9-6124-22F0628BBAA6}"/>
          </ac:spMkLst>
        </pc:spChg>
        <pc:spChg chg="mod">
          <ac:chgData name="Tirthankar Barari (TR)" userId="e41d4ef3-c9c5-4f08-a494-4c3cb9d953aa" providerId="ADAL" clId="{FDA9B3D4-9EE2-49C8-BD6B-D26A18FAF216}" dt="2026-06-03T17:26:44.276" v="836" actId="255"/>
          <ac:spMkLst>
            <pc:docMk/>
            <pc:sldMk cId="4205993008" sldId="258"/>
            <ac:spMk id="23" creationId="{B9107A74-C8BB-2070-A386-ED7A494BA9E9}"/>
          </ac:spMkLst>
        </pc:spChg>
        <pc:spChg chg="mod">
          <ac:chgData name="Tirthankar Barari (TR)" userId="e41d4ef3-c9c5-4f08-a494-4c3cb9d953aa" providerId="ADAL" clId="{FDA9B3D4-9EE2-49C8-BD6B-D26A18FAF216}" dt="2026-06-02T21:41:50.639" v="757" actId="12"/>
          <ac:spMkLst>
            <pc:docMk/>
            <pc:sldMk cId="4205993008" sldId="258"/>
            <ac:spMk id="24" creationId="{54C1D6B6-439D-4574-25F2-C82A81731E24}"/>
          </ac:spMkLst>
        </pc:spChg>
        <pc:spChg chg="mod">
          <ac:chgData name="Tirthankar Barari (TR)" userId="e41d4ef3-c9c5-4f08-a494-4c3cb9d953aa" providerId="ADAL" clId="{FDA9B3D4-9EE2-49C8-BD6B-D26A18FAF216}" dt="2026-06-03T17:41:12.856" v="899" actId="1076"/>
          <ac:spMkLst>
            <pc:docMk/>
            <pc:sldMk cId="4205993008" sldId="258"/>
            <ac:spMk id="25" creationId="{38307DE4-7734-25F5-A34B-E29B0DF31E6E}"/>
          </ac:spMkLst>
        </pc:spChg>
        <pc:spChg chg="mod">
          <ac:chgData name="Tirthankar Barari (TR)" userId="e41d4ef3-c9c5-4f08-a494-4c3cb9d953aa" providerId="ADAL" clId="{FDA9B3D4-9EE2-49C8-BD6B-D26A18FAF216}" dt="2026-06-03T18:23:13.469" v="1381" actId="1076"/>
          <ac:spMkLst>
            <pc:docMk/>
            <pc:sldMk cId="4205993008" sldId="258"/>
            <ac:spMk id="27" creationId="{DA151E7D-16B8-CC5E-9D2D-B92AA2ED5946}"/>
          </ac:spMkLst>
        </pc:spChg>
        <pc:spChg chg="mod">
          <ac:chgData name="Tirthankar Barari (TR)" userId="e41d4ef3-c9c5-4f08-a494-4c3cb9d953aa" providerId="ADAL" clId="{FDA9B3D4-9EE2-49C8-BD6B-D26A18FAF216}" dt="2026-06-03T18:23:13.469" v="1381" actId="1076"/>
          <ac:spMkLst>
            <pc:docMk/>
            <pc:sldMk cId="4205993008" sldId="258"/>
            <ac:spMk id="28" creationId="{257A4882-A239-F237-FE3C-AEE2615255A8}"/>
          </ac:spMkLst>
        </pc:spChg>
        <pc:spChg chg="mod">
          <ac:chgData name="Tirthankar Barari (TR)" userId="e41d4ef3-c9c5-4f08-a494-4c3cb9d953aa" providerId="ADAL" clId="{FDA9B3D4-9EE2-49C8-BD6B-D26A18FAF216}" dt="2026-06-03T18:49:26.615" v="1582" actId="14100"/>
          <ac:spMkLst>
            <pc:docMk/>
            <pc:sldMk cId="4205993008" sldId="258"/>
            <ac:spMk id="29" creationId="{E261F94B-31D2-9A90-2276-1BFCD6E38BEE}"/>
          </ac:spMkLst>
        </pc:spChg>
        <pc:spChg chg="mod">
          <ac:chgData name="Tirthankar Barari (TR)" userId="e41d4ef3-c9c5-4f08-a494-4c3cb9d953aa" providerId="ADAL" clId="{FDA9B3D4-9EE2-49C8-BD6B-D26A18FAF216}" dt="2026-06-03T18:48:35.462" v="1578" actId="255"/>
          <ac:spMkLst>
            <pc:docMk/>
            <pc:sldMk cId="4205993008" sldId="258"/>
            <ac:spMk id="31" creationId="{064263E7-9F5E-76AE-CB5B-5DA530EBCA73}"/>
          </ac:spMkLst>
        </pc:spChg>
        <pc:spChg chg="mod">
          <ac:chgData name="Tirthankar Barari (TR)" userId="e41d4ef3-c9c5-4f08-a494-4c3cb9d953aa" providerId="ADAL" clId="{FDA9B3D4-9EE2-49C8-BD6B-D26A18FAF216}" dt="2026-06-02T21:43:40.359" v="765" actId="12"/>
          <ac:spMkLst>
            <pc:docMk/>
            <pc:sldMk cId="4205993008" sldId="258"/>
            <ac:spMk id="32" creationId="{85C157FB-89D3-7ABB-F5C4-43E4401E6C81}"/>
          </ac:spMkLst>
        </pc:spChg>
        <pc:spChg chg="add mod">
          <ac:chgData name="Tirthankar Barari (TR)" userId="e41d4ef3-c9c5-4f08-a494-4c3cb9d953aa" providerId="ADAL" clId="{FDA9B3D4-9EE2-49C8-BD6B-D26A18FAF216}" dt="2026-06-03T18:50:07.417" v="1618" actId="14100"/>
          <ac:spMkLst>
            <pc:docMk/>
            <pc:sldMk cId="4205993008" sldId="258"/>
            <ac:spMk id="33" creationId="{F0BA04D7-D4CA-5EDD-6E51-5EDA96DBBE76}"/>
          </ac:spMkLst>
        </pc:spChg>
        <pc:spChg chg="add mod">
          <ac:chgData name="Tirthankar Barari (TR)" userId="e41d4ef3-c9c5-4f08-a494-4c3cb9d953aa" providerId="ADAL" clId="{FDA9B3D4-9EE2-49C8-BD6B-D26A18FAF216}" dt="2026-06-03T18:48:23.875" v="1575" actId="255"/>
          <ac:spMkLst>
            <pc:docMk/>
            <pc:sldMk cId="4205993008" sldId="258"/>
            <ac:spMk id="35" creationId="{E3AACD4C-5641-3E6E-49CA-58A2A25CAB30}"/>
          </ac:spMkLst>
        </pc:spChg>
        <pc:spChg chg="add mod">
          <ac:chgData name="Tirthankar Barari (TR)" userId="e41d4ef3-c9c5-4f08-a494-4c3cb9d953aa" providerId="ADAL" clId="{FDA9B3D4-9EE2-49C8-BD6B-D26A18FAF216}" dt="2026-06-03T18:50:09.873" v="1619" actId="20577"/>
          <ac:spMkLst>
            <pc:docMk/>
            <pc:sldMk cId="4205993008" sldId="258"/>
            <ac:spMk id="36" creationId="{11A13CF7-0E59-5BD4-8B4D-A259E2B0FAF2}"/>
          </ac:spMkLst>
        </pc:spChg>
        <pc:spChg chg="mod topLvl">
          <ac:chgData name="Tirthankar Barari (TR)" userId="e41d4ef3-c9c5-4f08-a494-4c3cb9d953aa" providerId="ADAL" clId="{FDA9B3D4-9EE2-49C8-BD6B-D26A18FAF216}" dt="2026-06-03T18:49:20.938" v="1581" actId="14100"/>
          <ac:spMkLst>
            <pc:docMk/>
            <pc:sldMk cId="4205993008" sldId="258"/>
            <ac:spMk id="37" creationId="{1C737381-ED17-07C3-794F-A5D0FBB58A03}"/>
          </ac:spMkLst>
        </pc:spChg>
        <pc:spChg chg="mod topLvl">
          <ac:chgData name="Tirthankar Barari (TR)" userId="e41d4ef3-c9c5-4f08-a494-4c3cb9d953aa" providerId="ADAL" clId="{FDA9B3D4-9EE2-49C8-BD6B-D26A18FAF216}" dt="2026-06-03T19:24:45.324" v="1730" actId="20577"/>
          <ac:spMkLst>
            <pc:docMk/>
            <pc:sldMk cId="4205993008" sldId="258"/>
            <ac:spMk id="39" creationId="{FB2B614A-FEFD-D765-D509-3ECF5343554E}"/>
          </ac:spMkLst>
        </pc:spChg>
        <pc:spChg chg="mod topLvl">
          <ac:chgData name="Tirthankar Barari (TR)" userId="e41d4ef3-c9c5-4f08-a494-4c3cb9d953aa" providerId="ADAL" clId="{FDA9B3D4-9EE2-49C8-BD6B-D26A18FAF216}" dt="2026-06-03T19:25:52.432" v="1772" actId="20577"/>
          <ac:spMkLst>
            <pc:docMk/>
            <pc:sldMk cId="4205993008" sldId="258"/>
            <ac:spMk id="40" creationId="{AD9CE3E6-BA17-AB74-E2B0-0C39AE2E3F24}"/>
          </ac:spMkLst>
        </pc:spChg>
        <pc:spChg chg="mod topLvl">
          <ac:chgData name="Tirthankar Barari (TR)" userId="e41d4ef3-c9c5-4f08-a494-4c3cb9d953aa" providerId="ADAL" clId="{FDA9B3D4-9EE2-49C8-BD6B-D26A18FAF216}" dt="2026-06-03T18:49:29.676" v="1583" actId="14100"/>
          <ac:spMkLst>
            <pc:docMk/>
            <pc:sldMk cId="4205993008" sldId="258"/>
            <ac:spMk id="41" creationId="{35F2024B-9C13-6AED-0279-81D61E56482C}"/>
          </ac:spMkLst>
        </pc:spChg>
        <pc:spChg chg="mod topLvl">
          <ac:chgData name="Tirthankar Barari (TR)" userId="e41d4ef3-c9c5-4f08-a494-4c3cb9d953aa" providerId="ADAL" clId="{FDA9B3D4-9EE2-49C8-BD6B-D26A18FAF216}" dt="2026-06-03T18:48:31.497" v="1577" actId="14100"/>
          <ac:spMkLst>
            <pc:docMk/>
            <pc:sldMk cId="4205993008" sldId="258"/>
            <ac:spMk id="43" creationId="{1091EC01-22C8-0F59-6C6E-88F8D75F9B88}"/>
          </ac:spMkLst>
        </pc:spChg>
        <pc:spChg chg="mod topLvl">
          <ac:chgData name="Tirthankar Barari (TR)" userId="e41d4ef3-c9c5-4f08-a494-4c3cb9d953aa" providerId="ADAL" clId="{FDA9B3D4-9EE2-49C8-BD6B-D26A18FAF216}" dt="2026-06-03T17:52:37.038" v="1023" actId="1076"/>
          <ac:spMkLst>
            <pc:docMk/>
            <pc:sldMk cId="4205993008" sldId="258"/>
            <ac:spMk id="44" creationId="{31FE6CAF-9D02-FFE0-FDEB-DB1CFDA7D8C4}"/>
          </ac:spMkLst>
        </pc:spChg>
        <pc:spChg chg="mod">
          <ac:chgData name="Tirthankar Barari (TR)" userId="e41d4ef3-c9c5-4f08-a494-4c3cb9d953aa" providerId="ADAL" clId="{FDA9B3D4-9EE2-49C8-BD6B-D26A18FAF216}" dt="2026-06-03T18:54:05.388" v="1650" actId="14100"/>
          <ac:spMkLst>
            <pc:docMk/>
            <pc:sldMk cId="4205993008" sldId="258"/>
            <ac:spMk id="45" creationId="{40496BD4-9DD5-48D6-1392-2D362E51BC63}"/>
          </ac:spMkLst>
        </pc:spChg>
        <pc:spChg chg="mod">
          <ac:chgData name="Tirthankar Barari (TR)" userId="e41d4ef3-c9c5-4f08-a494-4c3cb9d953aa" providerId="ADAL" clId="{FDA9B3D4-9EE2-49C8-BD6B-D26A18FAF216}" dt="2026-06-03T18:51:39.379" v="1633" actId="14100"/>
          <ac:spMkLst>
            <pc:docMk/>
            <pc:sldMk cId="4205993008" sldId="258"/>
            <ac:spMk id="47" creationId="{AD49AAD8-705C-36D6-6B9F-C67443643B25}"/>
          </ac:spMkLst>
        </pc:spChg>
        <pc:spChg chg="mod">
          <ac:chgData name="Tirthankar Barari (TR)" userId="e41d4ef3-c9c5-4f08-a494-4c3cb9d953aa" providerId="ADAL" clId="{FDA9B3D4-9EE2-49C8-BD6B-D26A18FAF216}" dt="2026-06-03T18:04:51.069" v="1164" actId="14100"/>
          <ac:spMkLst>
            <pc:docMk/>
            <pc:sldMk cId="4205993008" sldId="258"/>
            <ac:spMk id="48" creationId="{E8F10419-369F-AEED-C6DE-37C6F307B4D6}"/>
          </ac:spMkLst>
        </pc:spChg>
        <pc:spChg chg="mod">
          <ac:chgData name="Tirthankar Barari (TR)" userId="e41d4ef3-c9c5-4f08-a494-4c3cb9d953aa" providerId="ADAL" clId="{FDA9B3D4-9EE2-49C8-BD6B-D26A18FAF216}" dt="2026-06-03T18:54:12.865" v="1651" actId="14100"/>
          <ac:spMkLst>
            <pc:docMk/>
            <pc:sldMk cId="4205993008" sldId="258"/>
            <ac:spMk id="49" creationId="{FFDBEA69-D443-2744-73CE-68F60541C7D5}"/>
          </ac:spMkLst>
        </pc:spChg>
        <pc:spChg chg="mod">
          <ac:chgData name="Tirthankar Barari (TR)" userId="e41d4ef3-c9c5-4f08-a494-4c3cb9d953aa" providerId="ADAL" clId="{FDA9B3D4-9EE2-49C8-BD6B-D26A18FAF216}" dt="2026-06-03T18:51:36.153" v="1632" actId="14100"/>
          <ac:spMkLst>
            <pc:docMk/>
            <pc:sldMk cId="4205993008" sldId="258"/>
            <ac:spMk id="51" creationId="{8A716C3B-98B4-0542-E1E8-1C88118AD907}"/>
          </ac:spMkLst>
        </pc:spChg>
        <pc:spChg chg="mod">
          <ac:chgData name="Tirthankar Barari (TR)" userId="e41d4ef3-c9c5-4f08-a494-4c3cb9d953aa" providerId="ADAL" clId="{FDA9B3D4-9EE2-49C8-BD6B-D26A18FAF216}" dt="2026-06-03T18:52:47.376" v="1642" actId="1076"/>
          <ac:spMkLst>
            <pc:docMk/>
            <pc:sldMk cId="4205993008" sldId="258"/>
            <ac:spMk id="52" creationId="{372BC616-0F32-AC3F-5616-7F054D472377}"/>
          </ac:spMkLst>
        </pc:spChg>
        <pc:spChg chg="mod">
          <ac:chgData name="Tirthankar Barari (TR)" userId="e41d4ef3-c9c5-4f08-a494-4c3cb9d953aa" providerId="ADAL" clId="{FDA9B3D4-9EE2-49C8-BD6B-D26A18FAF216}" dt="2026-06-03T18:54:23.245" v="1652" actId="14100"/>
          <ac:spMkLst>
            <pc:docMk/>
            <pc:sldMk cId="4205993008" sldId="258"/>
            <ac:spMk id="53" creationId="{08188716-3977-C01F-BBC0-ECC6E587A8A4}"/>
          </ac:spMkLst>
        </pc:spChg>
        <pc:spChg chg="mod">
          <ac:chgData name="Tirthankar Barari (TR)" userId="e41d4ef3-c9c5-4f08-a494-4c3cb9d953aa" providerId="ADAL" clId="{FDA9B3D4-9EE2-49C8-BD6B-D26A18FAF216}" dt="2026-06-03T18:51:56.883" v="1636" actId="14100"/>
          <ac:spMkLst>
            <pc:docMk/>
            <pc:sldMk cId="4205993008" sldId="258"/>
            <ac:spMk id="55" creationId="{6F59F436-4182-3FF0-8832-173A5DD89970}"/>
          </ac:spMkLst>
        </pc:spChg>
        <pc:spChg chg="mod">
          <ac:chgData name="Tirthankar Barari (TR)" userId="e41d4ef3-c9c5-4f08-a494-4c3cb9d953aa" providerId="ADAL" clId="{FDA9B3D4-9EE2-49C8-BD6B-D26A18FAF216}" dt="2026-06-03T18:53:11.511" v="1647" actId="1076"/>
          <ac:spMkLst>
            <pc:docMk/>
            <pc:sldMk cId="4205993008" sldId="258"/>
            <ac:spMk id="56" creationId="{692778A8-16C7-5C25-E017-E67CBEAD536F}"/>
          </ac:spMkLst>
        </pc:spChg>
        <pc:spChg chg="mod">
          <ac:chgData name="Tirthankar Barari (TR)" userId="e41d4ef3-c9c5-4f08-a494-4c3cb9d953aa" providerId="ADAL" clId="{FDA9B3D4-9EE2-49C8-BD6B-D26A18FAF216}" dt="2026-06-03T18:56:57.593" v="1662" actId="554"/>
          <ac:spMkLst>
            <pc:docMk/>
            <pc:sldMk cId="4205993008" sldId="258"/>
            <ac:spMk id="57" creationId="{A18B2A75-30E2-F7C0-6BDB-DC27BA29CCB7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59" creationId="{7722FC5E-DF58-4596-2B18-D39A1BC2CE0C}"/>
          </ac:spMkLst>
        </pc:spChg>
        <pc:spChg chg="mod">
          <ac:chgData name="Tirthankar Barari (TR)" userId="e41d4ef3-c9c5-4f08-a494-4c3cb9d953aa" providerId="ADAL" clId="{FDA9B3D4-9EE2-49C8-BD6B-D26A18FAF216}" dt="2026-06-03T18:58:20.209" v="1675" actId="1076"/>
          <ac:spMkLst>
            <pc:docMk/>
            <pc:sldMk cId="4205993008" sldId="258"/>
            <ac:spMk id="60" creationId="{EB5A1618-BAA5-5AFA-E1FB-21962AA19BAD}"/>
          </ac:spMkLst>
        </pc:spChg>
        <pc:spChg chg="mod">
          <ac:chgData name="Tirthankar Barari (TR)" userId="e41d4ef3-c9c5-4f08-a494-4c3cb9d953aa" providerId="ADAL" clId="{FDA9B3D4-9EE2-49C8-BD6B-D26A18FAF216}" dt="2026-06-03T18:56:57.593" v="1662" actId="554"/>
          <ac:spMkLst>
            <pc:docMk/>
            <pc:sldMk cId="4205993008" sldId="258"/>
            <ac:spMk id="61" creationId="{F66C3685-F088-315D-B4B5-75FDC0A6CDB1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63" creationId="{23CD95E9-B584-C27E-66A2-9DD7E18CA7C1}"/>
          </ac:spMkLst>
        </pc:spChg>
        <pc:spChg chg="mod">
          <ac:chgData name="Tirthankar Barari (TR)" userId="e41d4ef3-c9c5-4f08-a494-4c3cb9d953aa" providerId="ADAL" clId="{FDA9B3D4-9EE2-49C8-BD6B-D26A18FAF216}" dt="2026-06-03T18:58:20.209" v="1675" actId="1076"/>
          <ac:spMkLst>
            <pc:docMk/>
            <pc:sldMk cId="4205993008" sldId="258"/>
            <ac:spMk id="64" creationId="{039FAF47-D07F-EAE8-52B0-EDAA5BE5DA64}"/>
          </ac:spMkLst>
        </pc:spChg>
        <pc:spChg chg="mod">
          <ac:chgData name="Tirthankar Barari (TR)" userId="e41d4ef3-c9c5-4f08-a494-4c3cb9d953aa" providerId="ADAL" clId="{FDA9B3D4-9EE2-49C8-BD6B-D26A18FAF216}" dt="2026-06-03T18:56:57.593" v="1662" actId="554"/>
          <ac:spMkLst>
            <pc:docMk/>
            <pc:sldMk cId="4205993008" sldId="258"/>
            <ac:spMk id="65" creationId="{E1C58D2D-5AEF-C41C-D86C-5E7EE0D560D8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67" creationId="{C431D72C-DEC1-199D-44AB-F83B797A6AB5}"/>
          </ac:spMkLst>
        </pc:spChg>
        <pc:spChg chg="mod">
          <ac:chgData name="Tirthankar Barari (TR)" userId="e41d4ef3-c9c5-4f08-a494-4c3cb9d953aa" providerId="ADAL" clId="{FDA9B3D4-9EE2-49C8-BD6B-D26A18FAF216}" dt="2026-06-03T18:58:20.209" v="1675" actId="1076"/>
          <ac:spMkLst>
            <pc:docMk/>
            <pc:sldMk cId="4205993008" sldId="258"/>
            <ac:spMk id="68" creationId="{5438837C-17F7-D4D0-FA77-9E983AA7CCEF}"/>
          </ac:spMkLst>
        </pc:spChg>
        <pc:spChg chg="mod">
          <ac:chgData name="Tirthankar Barari (TR)" userId="e41d4ef3-c9c5-4f08-a494-4c3cb9d953aa" providerId="ADAL" clId="{FDA9B3D4-9EE2-49C8-BD6B-D26A18FAF216}" dt="2026-06-03T18:56:57.593" v="1662" actId="554"/>
          <ac:spMkLst>
            <pc:docMk/>
            <pc:sldMk cId="4205993008" sldId="258"/>
            <ac:spMk id="69" creationId="{16D06C8D-87BA-4B93-5EBB-B1E6A349694A}"/>
          </ac:spMkLst>
        </pc:spChg>
        <pc:spChg chg="mod">
          <ac:chgData name="Tirthankar Barari (TR)" userId="e41d4ef3-c9c5-4f08-a494-4c3cb9d953aa" providerId="ADAL" clId="{FDA9B3D4-9EE2-49C8-BD6B-D26A18FAF216}" dt="2026-06-03T19:01:54.717" v="1701" actId="12789"/>
          <ac:spMkLst>
            <pc:docMk/>
            <pc:sldMk cId="4205993008" sldId="258"/>
            <ac:spMk id="70" creationId="{44BBA12E-0A0B-30DA-E8DE-6F12A33D25FE}"/>
          </ac:spMkLst>
        </pc:spChg>
        <pc:spChg chg="mod">
          <ac:chgData name="Tirthankar Barari (TR)" userId="e41d4ef3-c9c5-4f08-a494-4c3cb9d953aa" providerId="ADAL" clId="{FDA9B3D4-9EE2-49C8-BD6B-D26A18FAF216}" dt="2026-06-03T18:58:20.209" v="1675" actId="1076"/>
          <ac:spMkLst>
            <pc:docMk/>
            <pc:sldMk cId="4205993008" sldId="258"/>
            <ac:spMk id="71" creationId="{C4A8CC22-FC3D-5FA5-B3BA-99F1F318A67D}"/>
          </ac:spMkLst>
        </pc:spChg>
        <pc:spChg chg="mo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72" creationId="{AB57D6DA-EA96-530E-87D4-CE592A253DC4}"/>
          </ac:spMkLst>
        </pc:spChg>
        <pc:spChg chg="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73" creationId="{681B112E-0756-6603-A94B-2C90F6A8DC2B}"/>
          </ac:spMkLst>
        </pc:spChg>
        <pc:spChg chg="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74" creationId="{298FC74E-DD1A-F119-3CD6-ED13E51BBB25}"/>
          </ac:spMkLst>
        </pc:spChg>
        <pc:spChg chg="del mod">
          <ac:chgData name="Tirthankar Barari (TR)" userId="e41d4ef3-c9c5-4f08-a494-4c3cb9d953aa" providerId="ADAL" clId="{FDA9B3D4-9EE2-49C8-BD6B-D26A18FAF216}" dt="2026-06-02T21:46:17.432" v="767" actId="478"/>
          <ac:spMkLst>
            <pc:docMk/>
            <pc:sldMk cId="4205993008" sldId="258"/>
            <ac:spMk id="75" creationId="{4BE1EA52-F488-F0F3-E04C-EC804DD7DA4B}"/>
          </ac:spMkLst>
        </pc:spChg>
        <pc:spChg chg="del mod">
          <ac:chgData name="Tirthankar Barari (TR)" userId="e41d4ef3-c9c5-4f08-a494-4c3cb9d953aa" providerId="ADAL" clId="{FDA9B3D4-9EE2-49C8-BD6B-D26A18FAF216}" dt="2026-06-03T18:48:04.579" v="1574" actId="478"/>
          <ac:spMkLst>
            <pc:docMk/>
            <pc:sldMk cId="4205993008" sldId="258"/>
            <ac:spMk id="76" creationId="{820B0DCD-4120-046E-DE7B-2D773C536AFB}"/>
          </ac:spMkLst>
        </pc:spChg>
        <pc:spChg chg="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77" creationId="{70CA63AF-B516-86B2-FC6A-333F79ABA234}"/>
          </ac:spMkLst>
        </pc:spChg>
        <pc:spChg chg="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78" creationId="{64FCF313-E890-A4A5-5F32-69ECAE176C7D}"/>
          </ac:spMkLst>
        </pc:spChg>
        <pc:spChg chg="del">
          <ac:chgData name="Tirthankar Barari (TR)" userId="e41d4ef3-c9c5-4f08-a494-4c3cb9d953aa" providerId="ADAL" clId="{FDA9B3D4-9EE2-49C8-BD6B-D26A18FAF216}" dt="2026-06-03T18:52:07.649" v="1639" actId="478"/>
          <ac:spMkLst>
            <pc:docMk/>
            <pc:sldMk cId="4205993008" sldId="258"/>
            <ac:spMk id="79" creationId="{64F998BD-7E69-1304-BD84-C3CED92C4BD0}"/>
          </ac:spMkLst>
        </pc:spChg>
        <pc:spChg chg="del">
          <ac:chgData name="Tirthankar Barari (TR)" userId="e41d4ef3-c9c5-4f08-a494-4c3cb9d953aa" providerId="ADAL" clId="{FDA9B3D4-9EE2-49C8-BD6B-D26A18FAF216}" dt="2026-06-03T18:55:04.273" v="1654" actId="478"/>
          <ac:spMkLst>
            <pc:docMk/>
            <pc:sldMk cId="4205993008" sldId="258"/>
            <ac:spMk id="80" creationId="{1CA0E221-0287-9AC9-34D0-3222096AE782}"/>
          </ac:spMkLst>
        </pc:spChg>
        <pc:spChg chg="del mod">
          <ac:chgData name="Tirthankar Barari (TR)" userId="e41d4ef3-c9c5-4f08-a494-4c3cb9d953aa" providerId="ADAL" clId="{FDA9B3D4-9EE2-49C8-BD6B-D26A18FAF216}" dt="2026-06-03T18:46:50.538" v="1547" actId="478"/>
          <ac:spMkLst>
            <pc:docMk/>
            <pc:sldMk cId="4205993008" sldId="258"/>
            <ac:spMk id="81" creationId="{2FB6409B-B6F2-8E16-F6D4-317FDC51070C}"/>
          </ac:spMkLst>
        </pc:spChg>
        <pc:spChg chg="del mod">
          <ac:chgData name="Tirthankar Barari (TR)" userId="e41d4ef3-c9c5-4f08-a494-4c3cb9d953aa" providerId="ADAL" clId="{FDA9B3D4-9EE2-49C8-BD6B-D26A18FAF216}" dt="2026-06-03T18:52:04.392" v="1638" actId="478"/>
          <ac:spMkLst>
            <pc:docMk/>
            <pc:sldMk cId="4205993008" sldId="258"/>
            <ac:spMk id="82" creationId="{E6DC781A-458A-BFB1-811B-E98EBA2AE7C3}"/>
          </ac:spMkLst>
        </pc:spChg>
        <pc:spChg chg="mod">
          <ac:chgData name="Tirthankar Barari (TR)" userId="e41d4ef3-c9c5-4f08-a494-4c3cb9d953aa" providerId="ADAL" clId="{FDA9B3D4-9EE2-49C8-BD6B-D26A18FAF216}" dt="2026-06-03T19:09:56.371" v="1703" actId="1076"/>
          <ac:spMkLst>
            <pc:docMk/>
            <pc:sldMk cId="4205993008" sldId="258"/>
            <ac:spMk id="83" creationId="{2AB3D2FA-AE74-E052-E9FC-F276A9B2F14D}"/>
          </ac:spMkLst>
        </pc:spChg>
        <pc:spChg chg="add del mod">
          <ac:chgData name="Tirthankar Barari (TR)" userId="e41d4ef3-c9c5-4f08-a494-4c3cb9d953aa" providerId="ADAL" clId="{FDA9B3D4-9EE2-49C8-BD6B-D26A18FAF216}" dt="2026-06-03T17:34:00.813" v="887" actId="26606"/>
          <ac:spMkLst>
            <pc:docMk/>
            <pc:sldMk cId="4205993008" sldId="258"/>
            <ac:spMk id="85" creationId="{96C51593-1DBF-5186-4109-9B775FEAF4A1}"/>
          </ac:spMkLst>
        </pc:spChg>
        <pc:spChg chg="add del mod">
          <ac:chgData name="Tirthankar Barari (TR)" userId="e41d4ef3-c9c5-4f08-a494-4c3cb9d953aa" providerId="ADAL" clId="{FDA9B3D4-9EE2-49C8-BD6B-D26A18FAF216}" dt="2026-06-02T21:31:46.158" v="685" actId="478"/>
          <ac:spMkLst>
            <pc:docMk/>
            <pc:sldMk cId="4205993008" sldId="258"/>
            <ac:spMk id="86" creationId="{C4F7D069-2C45-70ED-F6CE-402B5638455A}"/>
          </ac:spMkLst>
        </pc:spChg>
        <pc:spChg chg="add 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90" creationId="{2A8CA509-D646-5B0B-E81C-C0542136C036}"/>
          </ac:spMkLst>
        </pc:spChg>
        <pc:spChg chg="add del">
          <ac:chgData name="Tirthankar Barari (TR)" userId="e41d4ef3-c9c5-4f08-a494-4c3cb9d953aa" providerId="ADAL" clId="{FDA9B3D4-9EE2-49C8-BD6B-D26A18FAF216}" dt="2026-06-02T19:55:18.277" v="550" actId="22"/>
          <ac:spMkLst>
            <pc:docMk/>
            <pc:sldMk cId="4205993008" sldId="258"/>
            <ac:spMk id="90" creationId="{B501E757-9DAD-68F5-2C13-F8453E76C934}"/>
          </ac:spMkLst>
        </pc:spChg>
        <pc:spChg chg="add mod">
          <ac:chgData name="Tirthankar Barari (TR)" userId="e41d4ef3-c9c5-4f08-a494-4c3cb9d953aa" providerId="ADAL" clId="{FDA9B3D4-9EE2-49C8-BD6B-D26A18FAF216}" dt="2026-06-03T17:48:41.243" v="1008" actId="14100"/>
          <ac:spMkLst>
            <pc:docMk/>
            <pc:sldMk cId="4205993008" sldId="258"/>
            <ac:spMk id="92" creationId="{4A90B66A-CBA3-3840-DC39-0281359031EF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93" creationId="{29ACDABA-7EB0-B8CD-26BA-1209AE1DCFBE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102" creationId="{5F988946-0553-8C38-2CAC-1A79F86588E8}"/>
          </ac:spMkLst>
        </pc:spChg>
        <pc:spChg chg="add del mod ord">
          <ac:chgData name="Tirthankar Barari (TR)" userId="e41d4ef3-c9c5-4f08-a494-4c3cb9d953aa" providerId="ADAL" clId="{FDA9B3D4-9EE2-49C8-BD6B-D26A18FAF216}" dt="2026-06-02T21:32:54.923" v="691" actId="478"/>
          <ac:spMkLst>
            <pc:docMk/>
            <pc:sldMk cId="4205993008" sldId="258"/>
            <ac:spMk id="102" creationId="{F0560BC3-68D1-B7A6-2EAE-96AF40EDF3F3}"/>
          </ac:spMkLst>
        </pc:spChg>
        <pc:spChg chg="add mod">
          <ac:chgData name="Tirthankar Barari (TR)" userId="e41d4ef3-c9c5-4f08-a494-4c3cb9d953aa" providerId="ADAL" clId="{FDA9B3D4-9EE2-49C8-BD6B-D26A18FAF216}" dt="2026-06-03T17:48:12.705" v="1004" actId="14100"/>
          <ac:spMkLst>
            <pc:docMk/>
            <pc:sldMk cId="4205993008" sldId="258"/>
            <ac:spMk id="103" creationId="{BDE6F27B-8967-45D1-4C6D-32C922B61C21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104" creationId="{C79ECD99-208B-564E-D7F8-F7B904046349}"/>
          </ac:spMkLst>
        </pc:spChg>
        <pc:spChg chg="add mod">
          <ac:chgData name="Tirthankar Barari (TR)" userId="e41d4ef3-c9c5-4f08-a494-4c3cb9d953aa" providerId="ADAL" clId="{FDA9B3D4-9EE2-49C8-BD6B-D26A18FAF216}" dt="2026-06-03T17:48:34.171" v="1007" actId="14100"/>
          <ac:spMkLst>
            <pc:docMk/>
            <pc:sldMk cId="4205993008" sldId="258"/>
            <ac:spMk id="105" creationId="{D25DADC7-649F-9EEB-92F4-663E056BE6DF}"/>
          </ac:spMkLst>
        </pc:spChg>
        <pc:spChg chg="add del mod">
          <ac:chgData name="Tirthankar Barari (TR)" userId="e41d4ef3-c9c5-4f08-a494-4c3cb9d953aa" providerId="ADAL" clId="{FDA9B3D4-9EE2-49C8-BD6B-D26A18FAF216}" dt="2026-06-03T19:22:43.664" v="1719" actId="478"/>
          <ac:spMkLst>
            <pc:docMk/>
            <pc:sldMk cId="4205993008" sldId="258"/>
            <ac:spMk id="108" creationId="{6EE983C4-69EC-ACFF-03B8-5BD3E25549EC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109" creationId="{F4A70532-EF52-852A-4FDC-44D1C106B92E}"/>
          </ac:spMkLst>
        </pc:spChg>
        <pc:spChg chg="add del mod">
          <ac:chgData name="Tirthankar Barari (TR)" userId="e41d4ef3-c9c5-4f08-a494-4c3cb9d953aa" providerId="ADAL" clId="{FDA9B3D4-9EE2-49C8-BD6B-D26A18FAF216}" dt="2026-06-02T21:46:12.870" v="766" actId="478"/>
          <ac:spMkLst>
            <pc:docMk/>
            <pc:sldMk cId="4205993008" sldId="258"/>
            <ac:spMk id="110" creationId="{EDB071BE-3CA1-CC3D-2136-18D169538FAF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110" creationId="{EDE73D1E-7B53-83FE-FA6A-E5F8F08CA9B2}"/>
          </ac:spMkLst>
        </pc:spChg>
        <pc:spChg chg="mod">
          <ac:chgData name="Tirthankar Barari (TR)" userId="e41d4ef3-c9c5-4f08-a494-4c3cb9d953aa" providerId="ADAL" clId="{FDA9B3D4-9EE2-49C8-BD6B-D26A18FAF216}" dt="2026-06-03T17:53:39.099" v="1029" actId="571"/>
          <ac:spMkLst>
            <pc:docMk/>
            <pc:sldMk cId="4205993008" sldId="258"/>
            <ac:spMk id="111" creationId="{E9C3D3DD-CAB3-E512-0868-FE20EB5FC5F4}"/>
          </ac:spMkLst>
        </pc:spChg>
        <pc:spChg chg="add mod or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112" creationId="{53F3C587-3EB2-6169-0098-B95F00F1513E}"/>
          </ac:spMkLst>
        </pc:spChg>
        <pc:spChg chg="add del mod">
          <ac:chgData name="Tirthankar Barari (TR)" userId="e41d4ef3-c9c5-4f08-a494-4c3cb9d953aa" providerId="ADAL" clId="{FDA9B3D4-9EE2-49C8-BD6B-D26A18FAF216}" dt="2026-06-02T21:36:39.410" v="720" actId="478"/>
          <ac:spMkLst>
            <pc:docMk/>
            <pc:sldMk cId="4205993008" sldId="258"/>
            <ac:spMk id="114" creationId="{B9A9FE77-DD4E-461E-2116-AEBD34A01BD3}"/>
          </ac:spMkLst>
        </pc:spChg>
        <pc:spChg chg="add del mod">
          <ac:chgData name="Tirthankar Barari (TR)" userId="e41d4ef3-c9c5-4f08-a494-4c3cb9d953aa" providerId="ADAL" clId="{FDA9B3D4-9EE2-49C8-BD6B-D26A18FAF216}" dt="2026-06-02T21:36:49.614" v="722" actId="478"/>
          <ac:spMkLst>
            <pc:docMk/>
            <pc:sldMk cId="4205993008" sldId="258"/>
            <ac:spMk id="116" creationId="{B05C153E-AA14-BED4-4AAB-330BEBF4CEA9}"/>
          </ac:spMkLst>
        </pc:spChg>
        <pc:spChg chg="add mod or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118" creationId="{3715C44C-BBC7-D0F6-3CC6-D663D8D8F457}"/>
          </ac:spMkLst>
        </pc:spChg>
        <pc:spChg chg="mod topLvl">
          <ac:chgData name="Tirthankar Barari (TR)" userId="e41d4ef3-c9c5-4f08-a494-4c3cb9d953aa" providerId="ADAL" clId="{FDA9B3D4-9EE2-49C8-BD6B-D26A18FAF216}" dt="2026-06-03T18:44:44.551" v="1539" actId="554"/>
          <ac:spMkLst>
            <pc:docMk/>
            <pc:sldMk cId="4205993008" sldId="258"/>
            <ac:spMk id="119" creationId="{0C836152-DEB8-BC53-6651-3AA23EBB34F1}"/>
          </ac:spMkLst>
        </pc:spChg>
        <pc:spChg chg="add mod or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120" creationId="{B7E26B4B-1B04-4842-4BAB-C51BA5D3A03F}"/>
          </ac:spMkLst>
        </pc:spChg>
        <pc:spChg chg="mod topLvl">
          <ac:chgData name="Tirthankar Barari (TR)" userId="e41d4ef3-c9c5-4f08-a494-4c3cb9d953aa" providerId="ADAL" clId="{FDA9B3D4-9EE2-49C8-BD6B-D26A18FAF216}" dt="2026-06-03T18:43:47.247" v="1537" actId="554"/>
          <ac:spMkLst>
            <pc:docMk/>
            <pc:sldMk cId="4205993008" sldId="258"/>
            <ac:spMk id="122" creationId="{1CE701F1-BBB0-3BD8-640C-DB4F5BA01D97}"/>
          </ac:spMkLst>
        </pc:spChg>
        <pc:spChg chg="add del">
          <ac:chgData name="Tirthankar Barari (TR)" userId="e41d4ef3-c9c5-4f08-a494-4c3cb9d953aa" providerId="ADAL" clId="{FDA9B3D4-9EE2-49C8-BD6B-D26A18FAF216}" dt="2026-06-02T21:37:25.659" v="727" actId="22"/>
          <ac:spMkLst>
            <pc:docMk/>
            <pc:sldMk cId="4205993008" sldId="258"/>
            <ac:spMk id="122" creationId="{69502965-706C-518D-522C-076818589476}"/>
          </ac:spMkLst>
        </pc:spChg>
        <pc:spChg chg="mod topLvl">
          <ac:chgData name="Tirthankar Barari (TR)" userId="e41d4ef3-c9c5-4f08-a494-4c3cb9d953aa" providerId="ADAL" clId="{FDA9B3D4-9EE2-49C8-BD6B-D26A18FAF216}" dt="2026-06-03T18:44:00.997" v="1538" actId="554"/>
          <ac:spMkLst>
            <pc:docMk/>
            <pc:sldMk cId="4205993008" sldId="258"/>
            <ac:spMk id="123" creationId="{02795ED0-3960-384B-7F4F-BCE2F672D76F}"/>
          </ac:spMkLst>
        </pc:spChg>
        <pc:spChg chg="add mod ord">
          <ac:chgData name="Tirthankar Barari (TR)" userId="e41d4ef3-c9c5-4f08-a494-4c3cb9d953aa" providerId="ADAL" clId="{FDA9B3D4-9EE2-49C8-BD6B-D26A18FAF216}" dt="2026-06-03T21:10:36.758" v="1898" actId="26606"/>
          <ac:spMkLst>
            <pc:docMk/>
            <pc:sldMk cId="4205993008" sldId="258"/>
            <ac:spMk id="124" creationId="{06FFE2C6-BFBE-F2F4-B1C2-F79A13C1B06B}"/>
          </ac:spMkLst>
        </pc:spChg>
        <pc:spChg chg="mod topLvl">
          <ac:chgData name="Tirthankar Barari (TR)" userId="e41d4ef3-c9c5-4f08-a494-4c3cb9d953aa" providerId="ADAL" clId="{FDA9B3D4-9EE2-49C8-BD6B-D26A18FAF216}" dt="2026-06-03T18:44:44.551" v="1539" actId="554"/>
          <ac:spMkLst>
            <pc:docMk/>
            <pc:sldMk cId="4205993008" sldId="258"/>
            <ac:spMk id="128" creationId="{E1FF9994-1275-1BA6-F812-91CBD9C272C8}"/>
          </ac:spMkLst>
        </pc:spChg>
        <pc:spChg chg="mod topLvl">
          <ac:chgData name="Tirthankar Barari (TR)" userId="e41d4ef3-c9c5-4f08-a494-4c3cb9d953aa" providerId="ADAL" clId="{FDA9B3D4-9EE2-49C8-BD6B-D26A18FAF216}" dt="2026-06-03T18:43:47.247" v="1537" actId="554"/>
          <ac:spMkLst>
            <pc:docMk/>
            <pc:sldMk cId="4205993008" sldId="258"/>
            <ac:spMk id="130" creationId="{0DC0594C-C84D-F72D-AED9-E56E0A7EBC0C}"/>
          </ac:spMkLst>
        </pc:spChg>
        <pc:spChg chg="mod topLvl">
          <ac:chgData name="Tirthankar Barari (TR)" userId="e41d4ef3-c9c5-4f08-a494-4c3cb9d953aa" providerId="ADAL" clId="{FDA9B3D4-9EE2-49C8-BD6B-D26A18FAF216}" dt="2026-06-03T18:44:00.997" v="1538" actId="554"/>
          <ac:spMkLst>
            <pc:docMk/>
            <pc:sldMk cId="4205993008" sldId="258"/>
            <ac:spMk id="131" creationId="{A1FE7BF3-7919-4421-A80E-7700423D3AD4}"/>
          </ac:spMkLst>
        </pc:spChg>
        <pc:spChg chg="mod topLvl">
          <ac:chgData name="Tirthankar Barari (TR)" userId="e41d4ef3-c9c5-4f08-a494-4c3cb9d953aa" providerId="ADAL" clId="{FDA9B3D4-9EE2-49C8-BD6B-D26A18FAF216}" dt="2026-06-03T18:44:44.551" v="1539" actId="554"/>
          <ac:spMkLst>
            <pc:docMk/>
            <pc:sldMk cId="4205993008" sldId="258"/>
            <ac:spMk id="133" creationId="{479431C7-79BD-658C-E0B5-294561E02860}"/>
          </ac:spMkLst>
        </pc:spChg>
        <pc:spChg chg="mod topLvl">
          <ac:chgData name="Tirthankar Barari (TR)" userId="e41d4ef3-c9c5-4f08-a494-4c3cb9d953aa" providerId="ADAL" clId="{FDA9B3D4-9EE2-49C8-BD6B-D26A18FAF216}" dt="2026-06-03T18:43:47.247" v="1537" actId="554"/>
          <ac:spMkLst>
            <pc:docMk/>
            <pc:sldMk cId="4205993008" sldId="258"/>
            <ac:spMk id="135" creationId="{227A5A9F-3B9B-0FCD-FC1E-5B738DE18CAC}"/>
          </ac:spMkLst>
        </pc:spChg>
        <pc:spChg chg="mod topLvl">
          <ac:chgData name="Tirthankar Barari (TR)" userId="e41d4ef3-c9c5-4f08-a494-4c3cb9d953aa" providerId="ADAL" clId="{FDA9B3D4-9EE2-49C8-BD6B-D26A18FAF216}" dt="2026-06-03T18:44:00.997" v="1538" actId="554"/>
          <ac:spMkLst>
            <pc:docMk/>
            <pc:sldMk cId="4205993008" sldId="258"/>
            <ac:spMk id="136" creationId="{4D77666F-8DF8-55DB-7843-A3943C5D9ACD}"/>
          </ac:spMkLst>
        </pc:spChg>
        <pc:spChg chg="add del mod">
          <ac:chgData name="Tirthankar Barari (TR)" userId="e41d4ef3-c9c5-4f08-a494-4c3cb9d953aa" providerId="ADAL" clId="{FDA9B3D4-9EE2-49C8-BD6B-D26A18FAF216}" dt="2026-06-03T19:22:38.829" v="1718" actId="478"/>
          <ac:spMkLst>
            <pc:docMk/>
            <pc:sldMk cId="4205993008" sldId="258"/>
            <ac:spMk id="141" creationId="{CF8684BC-2271-E0F3-4D55-78D59A4226A2}"/>
          </ac:spMkLst>
        </pc:spChg>
        <pc:spChg chg="add 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143" creationId="{83AC7DB0-9815-D9FB-BD6D-451CB29A7A3B}"/>
          </ac:spMkLst>
        </pc:spChg>
        <pc:spChg chg="add mod">
          <ac:chgData name="Tirthankar Barari (TR)" userId="e41d4ef3-c9c5-4f08-a494-4c3cb9d953aa" providerId="ADAL" clId="{FDA9B3D4-9EE2-49C8-BD6B-D26A18FAF216}" dt="2026-06-03T21:17:48.538" v="1899" actId="26606"/>
          <ac:spMkLst>
            <pc:docMk/>
            <pc:sldMk cId="4205993008" sldId="258"/>
            <ac:spMk id="145" creationId="{6BCDD89C-5F6E-4CAF-83E7-026F6CDB294E}"/>
          </ac:spMkLst>
        </pc:spChg>
        <pc:grpChg chg="add mod">
          <ac:chgData name="Tirthankar Barari (TR)" userId="e41d4ef3-c9c5-4f08-a494-4c3cb9d953aa" providerId="ADAL" clId="{FDA9B3D4-9EE2-49C8-BD6B-D26A18FAF216}" dt="2026-06-03T18:14:42.163" v="1181" actId="1076"/>
          <ac:grpSpMkLst>
            <pc:docMk/>
            <pc:sldMk cId="4205993008" sldId="258"/>
            <ac:grpSpMk id="84" creationId="{18DB0CE0-420B-3C61-91B1-0A68A1B36E60}"/>
          </ac:grpSpMkLst>
        </pc:grpChg>
        <pc:grpChg chg="add mod">
          <ac:chgData name="Tirthankar Barari (TR)" userId="e41d4ef3-c9c5-4f08-a494-4c3cb9d953aa" providerId="ADAL" clId="{FDA9B3D4-9EE2-49C8-BD6B-D26A18FAF216}" dt="2026-06-03T18:39:04.315" v="1510" actId="1076"/>
          <ac:grpSpMkLst>
            <pc:docMk/>
            <pc:sldMk cId="4205993008" sldId="258"/>
            <ac:grpSpMk id="87" creationId="{05569807-F914-3A0F-8BCE-86B394A60A48}"/>
          </ac:grpSpMkLst>
        </pc:grpChg>
        <pc:grpChg chg="add mod topLvl">
          <ac:chgData name="Tirthankar Barari (TR)" userId="e41d4ef3-c9c5-4f08-a494-4c3cb9d953aa" providerId="ADAL" clId="{FDA9B3D4-9EE2-49C8-BD6B-D26A18FAF216}" dt="2026-06-03T17:54:26.399" v="1034" actId="14100"/>
          <ac:grpSpMkLst>
            <pc:docMk/>
            <pc:sldMk cId="4205993008" sldId="258"/>
            <ac:grpSpMk id="88" creationId="{EFE3E3A7-0425-FA88-06C8-DB4EAC6A2BE7}"/>
          </ac:grpSpMkLst>
        </pc:grpChg>
        <pc:grpChg chg="add mod">
          <ac:chgData name="Tirthankar Barari (TR)" userId="e41d4ef3-c9c5-4f08-a494-4c3cb9d953aa" providerId="ADAL" clId="{FDA9B3D4-9EE2-49C8-BD6B-D26A18FAF216}" dt="2026-06-03T17:53:39.099" v="1029" actId="571"/>
          <ac:grpSpMkLst>
            <pc:docMk/>
            <pc:sldMk cId="4205993008" sldId="258"/>
            <ac:grpSpMk id="91" creationId="{4E96221E-A5F9-1ACE-D5E9-86EC3396A1C5}"/>
          </ac:grpSpMkLst>
        </pc:grpChg>
        <pc:grpChg chg="add mod">
          <ac:chgData name="Tirthankar Barari (TR)" userId="e41d4ef3-c9c5-4f08-a494-4c3cb9d953aa" providerId="ADAL" clId="{FDA9B3D4-9EE2-49C8-BD6B-D26A18FAF216}" dt="2026-06-03T18:39:04.315" v="1510" actId="1076"/>
          <ac:grpSpMkLst>
            <pc:docMk/>
            <pc:sldMk cId="4205993008" sldId="258"/>
            <ac:grpSpMk id="94" creationId="{F927785D-5D4B-024A-E93D-7EE76692F8C3}"/>
          </ac:grpSpMkLst>
        </pc:grpChg>
        <pc:grpChg chg="add mod">
          <ac:chgData name="Tirthankar Barari (TR)" userId="e41d4ef3-c9c5-4f08-a494-4c3cb9d953aa" providerId="ADAL" clId="{FDA9B3D4-9EE2-49C8-BD6B-D26A18FAF216}" dt="2026-06-03T18:39:04.315" v="1510" actId="1076"/>
          <ac:grpSpMkLst>
            <pc:docMk/>
            <pc:sldMk cId="4205993008" sldId="258"/>
            <ac:grpSpMk id="95" creationId="{1D4B5C73-8668-5B43-E2CB-44851D8BABEC}"/>
          </ac:grpSpMkLst>
        </pc:grpChg>
        <pc:grpChg chg="add mod">
          <ac:chgData name="Tirthankar Barari (TR)" userId="e41d4ef3-c9c5-4f08-a494-4c3cb9d953aa" providerId="ADAL" clId="{FDA9B3D4-9EE2-49C8-BD6B-D26A18FAF216}" dt="2026-06-03T18:21:08.950" v="1369" actId="1076"/>
          <ac:grpSpMkLst>
            <pc:docMk/>
            <pc:sldMk cId="4205993008" sldId="258"/>
            <ac:grpSpMk id="98" creationId="{5E02D08C-DAC9-BAF7-C003-D21A1EDCA82E}"/>
          </ac:grpSpMkLst>
        </pc:grpChg>
        <pc:grpChg chg="add mod">
          <ac:chgData name="Tirthankar Barari (TR)" userId="e41d4ef3-c9c5-4f08-a494-4c3cb9d953aa" providerId="ADAL" clId="{FDA9B3D4-9EE2-49C8-BD6B-D26A18FAF216}" dt="2026-06-03T18:21:08.950" v="1369" actId="1076"/>
          <ac:grpSpMkLst>
            <pc:docMk/>
            <pc:sldMk cId="4205993008" sldId="258"/>
            <ac:grpSpMk id="99" creationId="{1211F9B6-FE63-6A60-6E13-D6F907794E98}"/>
          </ac:grpSpMkLst>
        </pc:grpChg>
        <pc:grpChg chg="add mod">
          <ac:chgData name="Tirthankar Barari (TR)" userId="e41d4ef3-c9c5-4f08-a494-4c3cb9d953aa" providerId="ADAL" clId="{FDA9B3D4-9EE2-49C8-BD6B-D26A18FAF216}" dt="2026-06-03T18:21:08.950" v="1369" actId="1076"/>
          <ac:grpSpMkLst>
            <pc:docMk/>
            <pc:sldMk cId="4205993008" sldId="258"/>
            <ac:grpSpMk id="100" creationId="{8205BCA0-2021-9EFD-FA14-0DD2F10D1371}"/>
          </ac:grpSpMkLst>
        </pc:grpChg>
        <pc:grpChg chg="add mod">
          <ac:chgData name="Tirthankar Barari (TR)" userId="e41d4ef3-c9c5-4f08-a494-4c3cb9d953aa" providerId="ADAL" clId="{FDA9B3D4-9EE2-49C8-BD6B-D26A18FAF216}" dt="2026-06-03T18:14:42.163" v="1181" actId="1076"/>
          <ac:grpSpMkLst>
            <pc:docMk/>
            <pc:sldMk cId="4205993008" sldId="258"/>
            <ac:grpSpMk id="106" creationId="{0833D179-A067-90C1-312A-8E56DF1C8C6E}"/>
          </ac:grpSpMkLst>
        </pc:grpChg>
        <pc:grpChg chg="add mod">
          <ac:chgData name="Tirthankar Barari (TR)" userId="e41d4ef3-c9c5-4f08-a494-4c3cb9d953aa" providerId="ADAL" clId="{FDA9B3D4-9EE2-49C8-BD6B-D26A18FAF216}" dt="2026-06-03T17:53:39.099" v="1029" actId="571"/>
          <ac:grpSpMkLst>
            <pc:docMk/>
            <pc:sldMk cId="4205993008" sldId="258"/>
            <ac:grpSpMk id="107" creationId="{7A5BB5BA-B0A9-AB38-F615-2A6581F52892}"/>
          </ac:grpSpMkLst>
        </pc:grpChg>
        <pc:grpChg chg="add mod">
          <ac:chgData name="Tirthankar Barari (TR)" userId="e41d4ef3-c9c5-4f08-a494-4c3cb9d953aa" providerId="ADAL" clId="{FDA9B3D4-9EE2-49C8-BD6B-D26A18FAF216}" dt="2026-06-03T18:39:04.315" v="1510" actId="1076"/>
          <ac:grpSpMkLst>
            <pc:docMk/>
            <pc:sldMk cId="4205993008" sldId="258"/>
            <ac:grpSpMk id="113" creationId="{33B5C854-0377-E4B3-1466-C5AD06BDA2C5}"/>
          </ac:grpSpMkLst>
        </pc:grpChg>
        <pc:grpChg chg="add mod">
          <ac:chgData name="Tirthankar Barari (TR)" userId="e41d4ef3-c9c5-4f08-a494-4c3cb9d953aa" providerId="ADAL" clId="{FDA9B3D4-9EE2-49C8-BD6B-D26A18FAF216}" dt="2026-06-03T21:22:44.037" v="1900" actId="26606"/>
          <ac:grpSpMkLst>
            <pc:docMk/>
            <pc:sldMk cId="4205993008" sldId="258"/>
            <ac:grpSpMk id="114" creationId="{1BE74412-6EC0-D088-2F3B-1B16A6F93C94}"/>
          </ac:grpSpMkLst>
        </pc:grpChg>
        <pc:grpChg chg="add mod">
          <ac:chgData name="Tirthankar Barari (TR)" userId="e41d4ef3-c9c5-4f08-a494-4c3cb9d953aa" providerId="ADAL" clId="{FDA9B3D4-9EE2-49C8-BD6B-D26A18FAF216}" dt="2026-06-03T21:22:44.037" v="1900" actId="26606"/>
          <ac:grpSpMkLst>
            <pc:docMk/>
            <pc:sldMk cId="4205993008" sldId="258"/>
            <ac:grpSpMk id="115" creationId="{348EC3B7-193E-165B-7C6B-D7BD09052D9D}"/>
          </ac:grpSpMkLst>
        </pc:grpChg>
        <pc:grpChg chg="add mod">
          <ac:chgData name="Tirthankar Barari (TR)" userId="e41d4ef3-c9c5-4f08-a494-4c3cb9d953aa" providerId="ADAL" clId="{FDA9B3D4-9EE2-49C8-BD6B-D26A18FAF216}" dt="2026-06-03T21:22:44.037" v="1900" actId="26606"/>
          <ac:grpSpMkLst>
            <pc:docMk/>
            <pc:sldMk cId="4205993008" sldId="258"/>
            <ac:grpSpMk id="116" creationId="{693EFA12-9739-4581-2D1F-DBDE2B2A361D}"/>
          </ac:grpSpMkLst>
        </pc:grpChg>
        <pc:grpChg chg="add del mod">
          <ac:chgData name="Tirthankar Barari (TR)" userId="e41d4ef3-c9c5-4f08-a494-4c3cb9d953aa" providerId="ADAL" clId="{FDA9B3D4-9EE2-49C8-BD6B-D26A18FAF216}" dt="2026-06-03T18:42:53.283" v="1531" actId="165"/>
          <ac:grpSpMkLst>
            <pc:docMk/>
            <pc:sldMk cId="4205993008" sldId="258"/>
            <ac:grpSpMk id="117" creationId="{621B59EB-55FE-F703-ED5A-4EC9A395B4C3}"/>
          </ac:grpSpMkLst>
        </pc:grpChg>
        <pc:grpChg chg="add mod ord">
          <ac:chgData name="Tirthankar Barari (TR)" userId="e41d4ef3-c9c5-4f08-a494-4c3cb9d953aa" providerId="ADAL" clId="{FDA9B3D4-9EE2-49C8-BD6B-D26A18FAF216}" dt="2026-06-03T18:23:04.101" v="1380" actId="14100"/>
          <ac:grpSpMkLst>
            <pc:docMk/>
            <pc:sldMk cId="4205993008" sldId="258"/>
            <ac:grpSpMk id="126" creationId="{FB1CE96C-CBA9-78C1-AADD-ECEC7271536F}"/>
          </ac:grpSpMkLst>
        </pc:grpChg>
        <pc:grpChg chg="add del mod">
          <ac:chgData name="Tirthankar Barari (TR)" userId="e41d4ef3-c9c5-4f08-a494-4c3cb9d953aa" providerId="ADAL" clId="{FDA9B3D4-9EE2-49C8-BD6B-D26A18FAF216}" dt="2026-06-03T18:42:48.036" v="1530" actId="165"/>
          <ac:grpSpMkLst>
            <pc:docMk/>
            <pc:sldMk cId="4205993008" sldId="258"/>
            <ac:grpSpMk id="127" creationId="{412CAD33-57C8-7747-F071-EFCCAE6B43B8}"/>
          </ac:grpSpMkLst>
        </pc:grpChg>
        <pc:grpChg chg="add del mod">
          <ac:chgData name="Tirthankar Barari (TR)" userId="e41d4ef3-c9c5-4f08-a494-4c3cb9d953aa" providerId="ADAL" clId="{FDA9B3D4-9EE2-49C8-BD6B-D26A18FAF216}" dt="2026-06-03T18:43:03.181" v="1532" actId="165"/>
          <ac:grpSpMkLst>
            <pc:docMk/>
            <pc:sldMk cId="4205993008" sldId="258"/>
            <ac:grpSpMk id="132" creationId="{166FD9AB-D540-5C9C-1745-D1C58B41B225}"/>
          </ac:grpSpMkLst>
        </pc:grpChg>
        <pc:grpChg chg="add mod">
          <ac:chgData name="Tirthankar Barari (TR)" userId="e41d4ef3-c9c5-4f08-a494-4c3cb9d953aa" providerId="ADAL" clId="{FDA9B3D4-9EE2-49C8-BD6B-D26A18FAF216}" dt="2026-06-03T18:46:37.464" v="1545" actId="1076"/>
          <ac:grpSpMkLst>
            <pc:docMk/>
            <pc:sldMk cId="4205993008" sldId="258"/>
            <ac:grpSpMk id="137" creationId="{86D5C5F4-B1F7-946C-0E45-4E8638B932E5}"/>
          </ac:grpSpMkLst>
        </pc:grpChg>
        <pc:grpChg chg="add mod">
          <ac:chgData name="Tirthankar Barari (TR)" userId="e41d4ef3-c9c5-4f08-a494-4c3cb9d953aa" providerId="ADAL" clId="{FDA9B3D4-9EE2-49C8-BD6B-D26A18FAF216}" dt="2026-06-03T18:46:37.464" v="1545" actId="1076"/>
          <ac:grpSpMkLst>
            <pc:docMk/>
            <pc:sldMk cId="4205993008" sldId="258"/>
            <ac:grpSpMk id="138" creationId="{B4C5B1B9-B291-DA45-369B-0C2658583A70}"/>
          </ac:grpSpMkLst>
        </pc:grpChg>
        <pc:grpChg chg="add mod">
          <ac:chgData name="Tirthankar Barari (TR)" userId="e41d4ef3-c9c5-4f08-a494-4c3cb9d953aa" providerId="ADAL" clId="{FDA9B3D4-9EE2-49C8-BD6B-D26A18FAF216}" dt="2026-06-03T18:46:37.464" v="1545" actId="1076"/>
          <ac:grpSpMkLst>
            <pc:docMk/>
            <pc:sldMk cId="4205993008" sldId="258"/>
            <ac:grpSpMk id="139" creationId="{7F9557EE-701B-8BEB-2708-37E9FD1FF8E5}"/>
          </ac:grpSpMkLst>
        </pc:grpChg>
        <pc:picChg chg="add del mod">
          <ac:chgData name="Tirthankar Barari (TR)" userId="e41d4ef3-c9c5-4f08-a494-4c3cb9d953aa" providerId="ADAL" clId="{FDA9B3D4-9EE2-49C8-BD6B-D26A18FAF216}" dt="2026-06-03T17:46:13.103" v="975" actId="478"/>
          <ac:picMkLst>
            <pc:docMk/>
            <pc:sldMk cId="4205993008" sldId="258"/>
            <ac:picMk id="26" creationId="{17061491-78DA-E679-5195-B275A5B681BD}"/>
          </ac:picMkLst>
        </pc:picChg>
        <pc:picChg chg="add">
          <ac:chgData name="Tirthankar Barari (TR)" userId="e41d4ef3-c9c5-4f08-a494-4c3cb9d953aa" providerId="ADAL" clId="{FDA9B3D4-9EE2-49C8-BD6B-D26A18FAF216}" dt="2026-05-29T17:51:09.424" v="306" actId="26606"/>
          <ac:picMkLst>
            <pc:docMk/>
            <pc:sldMk cId="4205993008" sldId="258"/>
            <ac:picMk id="34" creationId="{D39407AB-D9E9-E827-D49E-6615A4FE682F}"/>
          </ac:picMkLst>
        </pc:picChg>
        <pc:picChg chg="mod topLvl">
          <ac:chgData name="Tirthankar Barari (TR)" userId="e41d4ef3-c9c5-4f08-a494-4c3cb9d953aa" providerId="ADAL" clId="{FDA9B3D4-9EE2-49C8-BD6B-D26A18FAF216}" dt="2026-05-29T17:44:37.236" v="233" actId="1076"/>
          <ac:picMkLst>
            <pc:docMk/>
            <pc:sldMk cId="4205993008" sldId="258"/>
            <ac:picMk id="38" creationId="{E8864354-8EF7-12AF-9B6C-B1872AA81520}"/>
          </ac:picMkLst>
        </pc:picChg>
        <pc:picChg chg="del mod">
          <ac:chgData name="Tirthankar Barari (TR)" userId="e41d4ef3-c9c5-4f08-a494-4c3cb9d953aa" providerId="ADAL" clId="{FDA9B3D4-9EE2-49C8-BD6B-D26A18FAF216}" dt="2026-06-03T17:56:17.214" v="1043" actId="478"/>
          <ac:picMkLst>
            <pc:docMk/>
            <pc:sldMk cId="4205993008" sldId="258"/>
            <ac:picMk id="42" creationId="{21072411-3FF2-E3C1-F1B4-921FB84021D6}"/>
          </ac:picMkLst>
        </pc:picChg>
        <pc:picChg chg="mod">
          <ac:chgData name="Tirthankar Barari (TR)" userId="e41d4ef3-c9c5-4f08-a494-4c3cb9d953aa" providerId="ADAL" clId="{FDA9B3D4-9EE2-49C8-BD6B-D26A18FAF216}" dt="2026-06-03T18:56:44.126" v="1661" actId="554"/>
          <ac:picMkLst>
            <pc:docMk/>
            <pc:sldMk cId="4205993008" sldId="258"/>
            <ac:picMk id="58" creationId="{AB5E2400-E13C-35CB-538D-5B3B1EA49E47}"/>
          </ac:picMkLst>
        </pc:picChg>
        <pc:picChg chg="mod">
          <ac:chgData name="Tirthankar Barari (TR)" userId="e41d4ef3-c9c5-4f08-a494-4c3cb9d953aa" providerId="ADAL" clId="{FDA9B3D4-9EE2-49C8-BD6B-D26A18FAF216}" dt="2026-06-03T18:56:44.126" v="1661" actId="554"/>
          <ac:picMkLst>
            <pc:docMk/>
            <pc:sldMk cId="4205993008" sldId="258"/>
            <ac:picMk id="62" creationId="{DC937D85-C996-134E-66E1-017E5D119BC5}"/>
          </ac:picMkLst>
        </pc:picChg>
        <pc:picChg chg="mod">
          <ac:chgData name="Tirthankar Barari (TR)" userId="e41d4ef3-c9c5-4f08-a494-4c3cb9d953aa" providerId="ADAL" clId="{FDA9B3D4-9EE2-49C8-BD6B-D26A18FAF216}" dt="2026-06-03T18:56:44.126" v="1661" actId="554"/>
          <ac:picMkLst>
            <pc:docMk/>
            <pc:sldMk cId="4205993008" sldId="258"/>
            <ac:picMk id="66" creationId="{7FF3DF82-488D-33B8-587E-BC6544EBF82F}"/>
          </ac:picMkLst>
        </pc:picChg>
        <pc:picChg chg="add mod modCrop">
          <ac:chgData name="Tirthankar Barari (TR)" userId="e41d4ef3-c9c5-4f08-a494-4c3cb9d953aa" providerId="ADAL" clId="{FDA9B3D4-9EE2-49C8-BD6B-D26A18FAF216}" dt="2026-06-03T18:23:13.469" v="1381" actId="1076"/>
          <ac:picMkLst>
            <pc:docMk/>
            <pc:sldMk cId="4205993008" sldId="258"/>
            <ac:picMk id="89" creationId="{A0AA1C45-DCC8-1DE1-1C93-8905ABE39E3A}"/>
          </ac:picMkLst>
        </pc:picChg>
        <pc:picChg chg="add mod">
          <ac:chgData name="Tirthankar Barari (TR)" userId="e41d4ef3-c9c5-4f08-a494-4c3cb9d953aa" providerId="ADAL" clId="{FDA9B3D4-9EE2-49C8-BD6B-D26A18FAF216}" dt="2026-06-03T17:44:54.799" v="938" actId="14100"/>
          <ac:picMkLst>
            <pc:docMk/>
            <pc:sldMk cId="4205993008" sldId="258"/>
            <ac:picMk id="96" creationId="{5AAA5114-5261-008A-7059-2C5CA5790C62}"/>
          </ac:picMkLst>
        </pc:picChg>
        <pc:picChg chg="add mod">
          <ac:chgData name="Tirthankar Barari (TR)" userId="e41d4ef3-c9c5-4f08-a494-4c3cb9d953aa" providerId="ADAL" clId="{FDA9B3D4-9EE2-49C8-BD6B-D26A18FAF216}" dt="2026-05-29T17:58:26.303" v="500" actId="1076"/>
          <ac:picMkLst>
            <pc:docMk/>
            <pc:sldMk cId="4205993008" sldId="258"/>
            <ac:picMk id="97" creationId="{B6A30158-AE7D-F80C-C4E2-E38FC5CDFD43}"/>
          </ac:picMkLst>
        </pc:picChg>
        <pc:picChg chg="mod">
          <ac:chgData name="Tirthankar Barari (TR)" userId="e41d4ef3-c9c5-4f08-a494-4c3cb9d953aa" providerId="ADAL" clId="{FDA9B3D4-9EE2-49C8-BD6B-D26A18FAF216}" dt="2026-06-03T17:53:39.099" v="1029" actId="571"/>
          <ac:picMkLst>
            <pc:docMk/>
            <pc:sldMk cId="4205993008" sldId="258"/>
            <ac:picMk id="101" creationId="{FC2E7792-576E-3BC3-C8C7-9A23AC110E9F}"/>
          </ac:picMkLst>
        </pc:picChg>
        <pc:picChg chg="mod topLvl">
          <ac:chgData name="Tirthankar Barari (TR)" userId="e41d4ef3-c9c5-4f08-a494-4c3cb9d953aa" providerId="ADAL" clId="{FDA9B3D4-9EE2-49C8-BD6B-D26A18FAF216}" dt="2026-06-03T18:43:32.111" v="1536" actId="554"/>
          <ac:picMkLst>
            <pc:docMk/>
            <pc:sldMk cId="4205993008" sldId="258"/>
            <ac:picMk id="121" creationId="{EBAF7FDE-7A07-CFDE-8FE1-689A479AA74C}"/>
          </ac:picMkLst>
        </pc:picChg>
        <pc:picChg chg="add del mod">
          <ac:chgData name="Tirthankar Barari (TR)" userId="e41d4ef3-c9c5-4f08-a494-4c3cb9d953aa" providerId="ADAL" clId="{FDA9B3D4-9EE2-49C8-BD6B-D26A18FAF216}" dt="2026-06-03T17:36:52.496" v="896" actId="478"/>
          <ac:picMkLst>
            <pc:docMk/>
            <pc:sldMk cId="4205993008" sldId="258"/>
            <ac:picMk id="125" creationId="{00000000-0000-0000-0000-000000000000}"/>
          </ac:picMkLst>
        </pc:picChg>
        <pc:picChg chg="mod topLvl">
          <ac:chgData name="Tirthankar Barari (TR)" userId="e41d4ef3-c9c5-4f08-a494-4c3cb9d953aa" providerId="ADAL" clId="{FDA9B3D4-9EE2-49C8-BD6B-D26A18FAF216}" dt="2026-06-03T18:43:32.111" v="1536" actId="554"/>
          <ac:picMkLst>
            <pc:docMk/>
            <pc:sldMk cId="4205993008" sldId="258"/>
            <ac:picMk id="129" creationId="{965C0D30-6A65-958B-03A5-558579DDF6D4}"/>
          </ac:picMkLst>
        </pc:picChg>
        <pc:picChg chg="mod topLvl">
          <ac:chgData name="Tirthankar Barari (TR)" userId="e41d4ef3-c9c5-4f08-a494-4c3cb9d953aa" providerId="ADAL" clId="{FDA9B3D4-9EE2-49C8-BD6B-D26A18FAF216}" dt="2026-06-03T18:43:32.111" v="1536" actId="554"/>
          <ac:picMkLst>
            <pc:docMk/>
            <pc:sldMk cId="4205993008" sldId="258"/>
            <ac:picMk id="134" creationId="{CA3524E5-3774-97B4-01DD-F25728C618AC}"/>
          </ac:picMkLst>
        </pc:picChg>
      </pc:sldChg>
      <pc:sldChg chg="addSp delSp modSp add mod setBg">
        <pc:chgData name="Tirthankar Barari (TR)" userId="e41d4ef3-c9c5-4f08-a494-4c3cb9d953aa" providerId="ADAL" clId="{FDA9B3D4-9EE2-49C8-BD6B-D26A18FAF216}" dt="2026-06-03T21:31:39.269" v="2087" actId="20577"/>
        <pc:sldMkLst>
          <pc:docMk/>
          <pc:sldMk cId="0" sldId="259"/>
        </pc:sldMkLst>
        <pc:spChg chg="mod">
          <ac:chgData name="Tirthankar Barari (TR)" userId="e41d4ef3-c9c5-4f08-a494-4c3cb9d953aa" providerId="ADAL" clId="{FDA9B3D4-9EE2-49C8-BD6B-D26A18FAF216}" dt="2026-06-03T20:59:21.481" v="1875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0:59:21.481" v="1875" actId="14100"/>
          <ac:spMkLst>
            <pc:docMk/>
            <pc:sldMk cId="0" sldId="259"/>
            <ac:spMk id="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0:57:19.939" v="1864" actId="14100"/>
          <ac:spMkLst>
            <pc:docMk/>
            <pc:sldMk cId="0" sldId="259"/>
            <ac:spMk id="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0:58:15.599" v="1871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0:58:37.897" v="1872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19:51:47.010" v="1829" actId="26606"/>
          <ac:spMkLst>
            <pc:docMk/>
            <pc:sldMk cId="0" sldId="259"/>
            <ac:spMk id="13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3T21:02:27.593" v="1886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2:27.593" v="1886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2:27.593" v="1886" actId="1410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19:51:47.010" v="1829" actId="26606"/>
          <ac:spMkLst>
            <pc:docMk/>
            <pc:sldMk cId="0" sldId="259"/>
            <ac:spMk id="18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3T21:05:08.578" v="1892" actId="12"/>
          <ac:spMkLst>
            <pc:docMk/>
            <pc:sldMk cId="0" sldId="259"/>
            <ac:spMk id="2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19:43:04.248" v="1825" actId="12"/>
          <ac:spMkLst>
            <pc:docMk/>
            <pc:sldMk cId="0" sldId="259"/>
            <ac:spMk id="25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3T21:05:14.867" v="1894" actId="12"/>
          <ac:spMkLst>
            <pc:docMk/>
            <pc:sldMk cId="0" sldId="259"/>
            <ac:spMk id="2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19:51:47.010" v="1829" actId="2660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5:19.706" v="1896" actId="12"/>
          <ac:spMkLst>
            <pc:docMk/>
            <pc:sldMk cId="0" sldId="259"/>
            <ac:spMk id="33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19:47:53.736" v="1827" actId="26606"/>
          <ac:spMkLst>
            <pc:docMk/>
            <pc:sldMk cId="0" sldId="259"/>
            <ac:spMk id="34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3:58.962" v="1888" actId="14100"/>
          <ac:spMkLst>
            <pc:docMk/>
            <pc:sldMk cId="0" sldId="259"/>
            <ac:spMk id="38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3:58.962" v="1888" actId="14100"/>
          <ac:spMkLst>
            <pc:docMk/>
            <pc:sldMk cId="0" sldId="259"/>
            <ac:spMk id="39" creationId="{00000000-0000-0000-0000-000000000000}"/>
          </ac:spMkLst>
        </pc:spChg>
        <pc:spChg chg="mod">
          <ac:chgData name="Tirthankar Barari (TR)" userId="e41d4ef3-c9c5-4f08-a494-4c3cb9d953aa" providerId="ADAL" clId="{FDA9B3D4-9EE2-49C8-BD6B-D26A18FAF216}" dt="2026-06-03T21:03:58.962" v="1888" actId="14100"/>
          <ac:spMkLst>
            <pc:docMk/>
            <pc:sldMk cId="0" sldId="259"/>
            <ac:spMk id="40" creationId="{00000000-0000-0000-0000-000000000000}"/>
          </ac:spMkLst>
        </pc:spChg>
        <pc:spChg chg="add mod">
          <ac:chgData name="Tirthankar Barari (TR)" userId="e41d4ef3-c9c5-4f08-a494-4c3cb9d953aa" providerId="ADAL" clId="{FDA9B3D4-9EE2-49C8-BD6B-D26A18FAF216}" dt="2026-06-03T21:03:58.962" v="1888" actId="14100"/>
          <ac:spMkLst>
            <pc:docMk/>
            <pc:sldMk cId="0" sldId="259"/>
            <ac:spMk id="44" creationId="{00000000-0000-0000-0000-000000000000}"/>
          </ac:spMkLst>
        </pc:spChg>
        <pc:spChg chg="del mod replId">
          <ac:chgData name="Tirthankar Barari (TR)" userId="e41d4ef3-c9c5-4f08-a494-4c3cb9d953aa" providerId="ADAL" clId="{FDA9B3D4-9EE2-49C8-BD6B-D26A18FAF216}" dt="2026-06-03T21:31:39.269" v="2087" actId="20577"/>
          <ac:spMkLst>
            <pc:docMk/>
            <pc:sldMk cId="0" sldId="259"/>
            <ac:spMk id="45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47:53.705" v="1826" actId="26606"/>
          <ac:spMkLst>
            <pc:docMk/>
            <pc:sldMk cId="0" sldId="259"/>
            <ac:spMk id="47" creationId="{00000000-0000-0000-0000-000000000000}"/>
          </ac:spMkLst>
        </pc:spChg>
        <pc:spChg chg="del mod replId">
          <ac:chgData name="Tirthankar Barari (TR)" userId="e41d4ef3-c9c5-4f08-a494-4c3cb9d953aa" providerId="ADAL" clId="{FDA9B3D4-9EE2-49C8-BD6B-D26A18FAF216}" dt="2026-06-03T19:47:53.736" v="1827" actId="26606"/>
          <ac:spMkLst>
            <pc:docMk/>
            <pc:sldMk cId="0" sldId="259"/>
            <ac:spMk id="49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47:53.705" v="1826" actId="26606"/>
          <ac:spMkLst>
            <pc:docMk/>
            <pc:sldMk cId="0" sldId="259"/>
            <ac:spMk id="51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52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47:53.705" v="1826" actId="26606"/>
          <ac:spMkLst>
            <pc:docMk/>
            <pc:sldMk cId="0" sldId="259"/>
            <ac:spMk id="53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54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47:53.705" v="1826" actId="26606"/>
          <ac:spMkLst>
            <pc:docMk/>
            <pc:sldMk cId="0" sldId="259"/>
            <ac:spMk id="56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58" creationId="{00000000-0000-0000-0000-000000000000}"/>
          </ac:spMkLst>
        </pc:spChg>
        <pc:spChg chg="add 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60" creationId="{00000000-0000-0000-0000-000000000000}"/>
          </ac:spMkLst>
        </pc:spChg>
        <pc:spChg chg="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63" creationId="{00000000-0000-0000-0000-000000000000}"/>
          </ac:spMkLst>
        </pc:spChg>
        <pc:spChg chg="add mod replId">
          <ac:chgData name="Tirthankar Barari (TR)" userId="e41d4ef3-c9c5-4f08-a494-4c3cb9d953aa" providerId="ADAL" clId="{FDA9B3D4-9EE2-49C8-BD6B-D26A18FAF216}" dt="2026-06-03T19:51:46.968" v="1828" actId="26606"/>
          <ac:spMkLst>
            <pc:docMk/>
            <pc:sldMk cId="0" sldId="259"/>
            <ac:spMk id="65" creationId="{00000000-0000-0000-0000-000000000000}"/>
          </ac:spMkLst>
        </pc:spChg>
        <pc:picChg chg="mod replId">
          <ac:chgData name="Tirthankar Barari (TR)" userId="e41d4ef3-c9c5-4f08-a494-4c3cb9d953aa" providerId="ADAL" clId="{FDA9B3D4-9EE2-49C8-BD6B-D26A18FAF216}" dt="2026-06-03T19:47:53.705" v="1826" actId="26606"/>
          <ac:picMkLst>
            <pc:docMk/>
            <pc:sldMk cId="0" sldId="259"/>
            <ac:picMk id="44" creationId="{00000000-0000-0000-0000-000000000000}"/>
          </ac:picMkLst>
        </pc:picChg>
        <pc:picChg chg="mod replId">
          <ac:chgData name="Tirthankar Barari (TR)" userId="e41d4ef3-c9c5-4f08-a494-4c3cb9d953aa" providerId="ADAL" clId="{FDA9B3D4-9EE2-49C8-BD6B-D26A18FAF216}" dt="2026-06-03T19:47:53.705" v="1826" actId="26606"/>
          <ac:picMkLst>
            <pc:docMk/>
            <pc:sldMk cId="0" sldId="259"/>
            <ac:picMk id="46" creationId="{00000000-0000-0000-0000-000000000000}"/>
          </ac:picMkLst>
        </pc:picChg>
        <pc:picChg chg="mod replId">
          <ac:chgData name="Tirthankar Barari (TR)" userId="e41d4ef3-c9c5-4f08-a494-4c3cb9d953aa" providerId="ADAL" clId="{FDA9B3D4-9EE2-49C8-BD6B-D26A18FAF216}" dt="2026-06-03T19:51:46.968" v="1828" actId="26606"/>
          <ac:picMkLst>
            <pc:docMk/>
            <pc:sldMk cId="0" sldId="259"/>
            <ac:picMk id="51" creationId="{00000000-0000-0000-0000-000000000000}"/>
          </ac:picMkLst>
        </pc:picChg>
        <pc:picChg chg="mod replId">
          <ac:chgData name="Tirthankar Barari (TR)" userId="e41d4ef3-c9c5-4f08-a494-4c3cb9d953aa" providerId="ADAL" clId="{FDA9B3D4-9EE2-49C8-BD6B-D26A18FAF216}" dt="2026-06-03T19:51:46.968" v="1828" actId="26606"/>
          <ac:picMkLst>
            <pc:docMk/>
            <pc:sldMk cId="0" sldId="259"/>
            <ac:picMk id="55" creationId="{00000000-0000-0000-0000-000000000000}"/>
          </ac:picMkLst>
        </pc:picChg>
        <pc:picChg chg="mod replId">
          <ac:chgData name="Tirthankar Barari (TR)" userId="e41d4ef3-c9c5-4f08-a494-4c3cb9d953aa" providerId="ADAL" clId="{FDA9B3D4-9EE2-49C8-BD6B-D26A18FAF216}" dt="2026-06-03T19:51:46.968" v="1828" actId="26606"/>
          <ac:picMkLst>
            <pc:docMk/>
            <pc:sldMk cId="0" sldId="259"/>
            <ac:picMk id="61" creationId="{00000000-0000-0000-0000-000000000000}"/>
          </ac:picMkLst>
        </pc:picChg>
      </pc:sldChg>
      <pc:sldChg chg="new del ord replId">
        <pc:chgData name="Tirthankar Barari (TR)" userId="e41d4ef3-c9c5-4f08-a494-4c3cb9d953aa" providerId="ADAL" clId="{FDA9B3D4-9EE2-49C8-BD6B-D26A18FAF216}" dt="2026-06-03T19:37:00.512" v="1779" actId="26606"/>
        <pc:sldMkLst>
          <pc:docMk/>
          <pc:sldMk cId="1607620579" sldId="260"/>
        </pc:sldMkLst>
      </pc:sldChg>
      <pc:sldChg chg="add">
        <pc:chgData name="Tirthankar Barari (TR)" userId="e41d4ef3-c9c5-4f08-a494-4c3cb9d953aa" providerId="ADAL" clId="{FDA9B3D4-9EE2-49C8-BD6B-D26A18FAF216}" dt="2026-06-03T21:06:35.142" v="1897" actId="2890"/>
        <pc:sldMkLst>
          <pc:docMk/>
          <pc:sldMk cId="4220579460" sldId="260"/>
        </pc:sldMkLst>
      </pc:sldChg>
      <pc:sldChg chg="new del">
        <pc:chgData name="Tirthankar Barari (TR)" userId="e41d4ef3-c9c5-4f08-a494-4c3cb9d953aa" providerId="ADAL" clId="{FDA9B3D4-9EE2-49C8-BD6B-D26A18FAF216}" dt="2026-06-03T21:33:32.615" v="2091" actId="2696"/>
        <pc:sldMkLst>
          <pc:docMk/>
          <pc:sldMk cId="3587859532" sldId="2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2070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CD328-A249-7351-83E5-A2261A1E5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45CAB5-6A50-2368-3F6A-8ABA69BD1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4FB8B-73A6-C44E-9A12-F5C913BF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4FFAB-7580-9CC6-2930-7235FD9635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0574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77741-07F4-6E76-89A2-282B2D32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0F52E-9721-10D9-819C-C73455801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56C2E-3830-4092-C832-5FF113694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66F95-1FFD-B737-8EC1-1552D6DA7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826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jpeg"/><Relationship Id="rId7" Type="http://schemas.openxmlformats.org/officeDocument/2006/relationships/image" Target="../media/image13.svg"/><Relationship Id="rId12" Type="http://schemas.openxmlformats.org/officeDocument/2006/relationships/image" Target="../media/image1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19.png"/><Relationship Id="rId3" Type="http://schemas.openxmlformats.org/officeDocument/2006/relationships/image" Target="../media/image9.jpeg"/><Relationship Id="rId7" Type="http://schemas.openxmlformats.org/officeDocument/2006/relationships/image" Target="../media/image20.svg"/><Relationship Id="rId12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3200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 – INSIGHT – 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247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Solution Solves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21208" y="1755648"/>
            <a:ext cx="2798064" cy="4224528"/>
          </a:xfrm>
          <a:prstGeom prst="rect">
            <a:avLst/>
          </a:prstGeom>
          <a:solidFill>
            <a:srgbClr val="E76F51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8328" y="1783080"/>
            <a:ext cx="2953512" cy="4165718"/>
          </a:xfrm>
          <a:prstGeom prst="rect">
            <a:avLst/>
          </a:prstGeom>
          <a:solidFill>
            <a:srgbClr val="1B2A3D"/>
          </a:solidFill>
          <a:ln w="6350">
            <a:solidFill>
              <a:srgbClr val="2A3F55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38328" y="1783080"/>
            <a:ext cx="2953512" cy="45720"/>
          </a:xfrm>
          <a:prstGeom prst="rect">
            <a:avLst/>
          </a:prstGeom>
          <a:solidFill>
            <a:srgbClr val="E76F5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2A1A15"/>
          </a:solidFill>
          <a:ln w="6350">
            <a:solidFill>
              <a:srgbClr val="3D25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130552"/>
            <a:ext cx="402336" cy="4023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6F5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23240" y="2743200"/>
            <a:ext cx="2635250" cy="0"/>
          </a:xfrm>
          <a:prstGeom prst="line">
            <a:avLst/>
          </a:prstGeom>
          <a:noFill/>
          <a:ln w="6350">
            <a:solidFill>
              <a:srgbClr val="3D2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79120" y="2811780"/>
            <a:ext cx="25298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email ingestion</a:t>
            </a:r>
            <a:endParaRPr lang="en-US" sz="12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emails per hour with attachments in shared mailboxes requiring manual triage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extraction</a:t>
            </a:r>
            <a:endParaRPr lang="en-US" sz="12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images, audio, and video processed by hand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insights</a:t>
            </a:r>
            <a:endParaRPr lang="en-US" sz="125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view for decision-makers across email data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 cycles</a:t>
            </a:r>
            <a:endParaRPr lang="en-US" sz="1250" dirty="0"/>
          </a:p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actions due to bottlenecks in human review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83280" y="3246120"/>
            <a:ext cx="548640" cy="548640"/>
          </a:xfrm>
          <a:prstGeom prst="ellipse">
            <a:avLst/>
          </a:prstGeom>
          <a:solidFill>
            <a:srgbClr val="1A2530"/>
          </a:solidFill>
          <a:ln w="381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3319272"/>
            <a:ext cx="402336" cy="4023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041648" y="1755648"/>
            <a:ext cx="4809744" cy="4193150"/>
          </a:xfrm>
          <a:prstGeom prst="rect">
            <a:avLst/>
          </a:prstGeom>
          <a:solidFill>
            <a:srgbClr val="2EC4B6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069080" y="1783079"/>
            <a:ext cx="4754880" cy="4134777"/>
          </a:xfrm>
          <a:prstGeom prst="rect">
            <a:avLst/>
          </a:prstGeom>
          <a:solidFill>
            <a:srgbClr val="1B2A3D"/>
          </a:solidFill>
          <a:ln w="6350">
            <a:solidFill>
              <a:srgbClr val="2A3F55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069080" y="1783080"/>
            <a:ext cx="4754880" cy="4864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34340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4251960" y="2606040"/>
            <a:ext cx="1344168" cy="2834640"/>
          </a:xfrm>
          <a:prstGeom prst="rect">
            <a:avLst/>
          </a:prstGeom>
          <a:solidFill>
            <a:srgbClr val="142132"/>
          </a:solidFill>
          <a:ln w="3810">
            <a:solidFill>
              <a:srgbClr val="2A3F55"/>
            </a:solidFill>
            <a:prstDash val="solid"/>
          </a:ln>
          <a:effectLst>
            <a:outerShdw blurRad="50800" dist="127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672584" y="2743200"/>
            <a:ext cx="502920" cy="502920"/>
          </a:xfrm>
          <a:prstGeom prst="ellipse">
            <a:avLst/>
          </a:prstGeom>
          <a:solidFill>
            <a:srgbClr val="0D1B2A"/>
          </a:solidFill>
          <a:ln w="381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1164" y="281178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251960" y="33192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343400" y="3703320"/>
            <a:ext cx="1161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shared mailbox polling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Queue-based orchestration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content parsing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705856" y="2606040"/>
            <a:ext cx="1344168" cy="2834640"/>
          </a:xfrm>
          <a:prstGeom prst="rect">
            <a:avLst/>
          </a:prstGeom>
          <a:solidFill>
            <a:srgbClr val="142132"/>
          </a:solidFill>
          <a:ln w="3810">
            <a:solidFill>
              <a:srgbClr val="2A3F55"/>
            </a:solidFill>
            <a:prstDash val="solid"/>
          </a:ln>
          <a:effectLst>
            <a:outerShdw blurRad="50800" dist="127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126480" y="2743200"/>
            <a:ext cx="502920" cy="502920"/>
          </a:xfrm>
          <a:prstGeom prst="ellipse">
            <a:avLst/>
          </a:prstGeom>
          <a:solidFill>
            <a:srgbClr val="0D1B2A"/>
          </a:solidFill>
          <a:ln w="381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060" y="281178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705856" y="33192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5797296" y="3703320"/>
            <a:ext cx="1161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with multi-modal models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search &amp; knowledge base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insight data store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159752" y="2606040"/>
            <a:ext cx="1344168" cy="2834640"/>
          </a:xfrm>
          <a:prstGeom prst="rect">
            <a:avLst/>
          </a:prstGeom>
          <a:solidFill>
            <a:srgbClr val="142132"/>
          </a:solidFill>
          <a:ln w="3810">
            <a:solidFill>
              <a:srgbClr val="2A3F55"/>
            </a:solidFill>
            <a:prstDash val="solid"/>
          </a:ln>
          <a:effectLst>
            <a:outerShdw blurRad="50800" dist="127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7580376" y="2743200"/>
            <a:ext cx="502920" cy="502920"/>
          </a:xfrm>
          <a:prstGeom prst="ellipse">
            <a:avLst/>
          </a:prstGeom>
          <a:solidFill>
            <a:srgbClr val="0D1B2A"/>
          </a:solidFill>
          <a:ln w="381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956" y="2811780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159752" y="3319272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7251192" y="3703320"/>
            <a:ext cx="1161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workflow triggers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Agent-assisted review &amp; decisions</a:t>
            </a:r>
            <a:endParaRPr lang="en-US" sz="1000" dirty="0"/>
          </a:p>
          <a:p>
            <a:pPr marL="171450" indent="-171450"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autonomy levels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5596128" y="3794760"/>
            <a:ext cx="109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9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5" name="Text 28"/>
          <p:cNvSpPr/>
          <p:nvPr/>
        </p:nvSpPr>
        <p:spPr>
          <a:xfrm>
            <a:off x="7050024" y="3794760"/>
            <a:ext cx="109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9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29"/>
          <p:cNvSpPr/>
          <p:nvPr/>
        </p:nvSpPr>
        <p:spPr>
          <a:xfrm>
            <a:off x="8942832" y="3246120"/>
            <a:ext cx="548640" cy="548640"/>
          </a:xfrm>
          <a:prstGeom prst="ellipse">
            <a:avLst/>
          </a:prstGeom>
          <a:solidFill>
            <a:srgbClr val="1A2530"/>
          </a:solidFill>
          <a:ln w="381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5984" y="3319272"/>
            <a:ext cx="402336" cy="402336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573767" y="1755647"/>
            <a:ext cx="2313903" cy="4219257"/>
          </a:xfrm>
          <a:prstGeom prst="rect">
            <a:avLst/>
          </a:prstGeom>
          <a:solidFill>
            <a:srgbClr val="D4A843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1"/>
          <p:cNvSpPr/>
          <p:nvPr/>
        </p:nvSpPr>
        <p:spPr>
          <a:xfrm>
            <a:off x="9601200" y="1783080"/>
            <a:ext cx="2252472" cy="4160520"/>
          </a:xfrm>
          <a:prstGeom prst="rect">
            <a:avLst/>
          </a:prstGeom>
          <a:solidFill>
            <a:srgbClr val="1B2A3D"/>
          </a:solidFill>
          <a:ln w="6350">
            <a:solidFill>
              <a:srgbClr val="2A3F55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2"/>
          <p:cNvSpPr/>
          <p:nvPr/>
        </p:nvSpPr>
        <p:spPr>
          <a:xfrm>
            <a:off x="9601200" y="1783079"/>
            <a:ext cx="2252472" cy="48947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3"/>
          <p:cNvSpPr/>
          <p:nvPr/>
        </p:nvSpPr>
        <p:spPr>
          <a:xfrm>
            <a:off x="9784080" y="2011680"/>
            <a:ext cx="548640" cy="548640"/>
          </a:xfrm>
          <a:prstGeom prst="ellipse">
            <a:avLst/>
          </a:prstGeom>
          <a:solidFill>
            <a:srgbClr val="2A2210"/>
          </a:solidFill>
          <a:ln w="6350">
            <a:solidFill>
              <a:srgbClr val="3D35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7232" y="2084832"/>
            <a:ext cx="402336" cy="40233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0424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Impact</a:t>
            </a:r>
            <a:endParaRPr lang="en-US" sz="1600" dirty="0"/>
          </a:p>
        </p:txBody>
      </p:sp>
      <p:sp>
        <p:nvSpPr>
          <p:cNvPr id="44" name="Shape 35"/>
          <p:cNvSpPr/>
          <p:nvPr/>
        </p:nvSpPr>
        <p:spPr>
          <a:xfrm>
            <a:off x="9784080" y="2697480"/>
            <a:ext cx="1842932" cy="0"/>
          </a:xfrm>
          <a:prstGeom prst="line">
            <a:avLst/>
          </a:prstGeom>
          <a:noFill/>
          <a:ln w="6350">
            <a:solidFill>
              <a:srgbClr val="3D35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6"/>
          <p:cNvSpPr/>
          <p:nvPr/>
        </p:nvSpPr>
        <p:spPr>
          <a:xfrm>
            <a:off x="9785023" y="2778932"/>
            <a:ext cx="1842932" cy="308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processing</a:t>
            </a:r>
            <a:endParaRPr lang="en-US" sz="12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straight through processing or human intervention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decisions</a:t>
            </a:r>
            <a:endParaRPr lang="en-US" sz="12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review and recommendations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visibility</a:t>
            </a:r>
            <a:endParaRPr lang="en-US" sz="12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dashboard and profile controls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identity, Key Vault, least privilege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200" b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integration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existing enterprise systems and processes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126480"/>
            <a:ext cx="12161520" cy="731520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38"/>
          <p:cNvSpPr/>
          <p:nvPr/>
        </p:nvSpPr>
        <p:spPr>
          <a:xfrm>
            <a:off x="0" y="6126480"/>
            <a:ext cx="12161520" cy="18288"/>
          </a:xfrm>
          <a:prstGeom prst="rect">
            <a:avLst/>
          </a:prstGeom>
          <a:solidFill>
            <a:srgbClr val="B892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6291072"/>
            <a:ext cx="347472" cy="34747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1188720" y="6263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 Security Foundation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4114800" y="6263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 ·  Managed Identities  ·  Azure Key Vault  ·  Least-Privilege Governance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9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5B20BF-BBDF-0FFB-B99B-1720E6D4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E798FC7-1771-84E4-BD9C-94BFAD49DC5A}"/>
              </a:ext>
            </a:extLst>
          </p:cNvPr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A1520"/>
          </a:solidFill>
          <a:ln w="12700">
            <a:solidFill>
              <a:srgbClr val="D4A8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EB53BC-7867-01E2-32C4-9B058562C186}"/>
              </a:ext>
            </a:extLst>
          </p:cNvPr>
          <p:cNvSpPr/>
          <p:nvPr/>
        </p:nvSpPr>
        <p:spPr>
          <a:xfrm>
            <a:off x="411480" y="182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Extract-Insight-Action | Enterprise Azure Reference Architecture</a:t>
            </a:r>
            <a:endParaRPr lang="en-US" sz="1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563071-0FA5-C792-726A-CD2E40D3AD9D}"/>
              </a:ext>
            </a:extLst>
          </p:cNvPr>
          <p:cNvSpPr/>
          <p:nvPr/>
        </p:nvSpPr>
        <p:spPr>
          <a:xfrm>
            <a:off x="411480" y="51206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topology with identity, messaging, AI enrichment, and Agentic reviews and actions</a:t>
            </a: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B02A79-888D-3E49-809B-9FC39899ED77}"/>
              </a:ext>
            </a:extLst>
          </p:cNvPr>
          <p:cNvSpPr/>
          <p:nvPr/>
        </p:nvSpPr>
        <p:spPr>
          <a:xfrm>
            <a:off x="233838" y="1042416"/>
            <a:ext cx="5822487" cy="3666744"/>
          </a:xfrm>
          <a:prstGeom prst="roundRect">
            <a:avLst>
              <a:gd name="adj" fmla="val 2667"/>
            </a:avLst>
          </a:prstGeom>
          <a:solidFill>
            <a:srgbClr val="1B2A3D"/>
          </a:solidFill>
          <a:ln w="12700">
            <a:solidFill>
              <a:srgbClr val="3D2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718D1A4-A6C7-A51A-852B-ED7EE2373597}"/>
              </a:ext>
            </a:extLst>
          </p:cNvPr>
          <p:cNvSpPr/>
          <p:nvPr/>
        </p:nvSpPr>
        <p:spPr>
          <a:xfrm>
            <a:off x="502920" y="11521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E76F5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Ingestion &amp; Extraction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1448274-4FBB-0256-16DE-A837B4353C18}"/>
              </a:ext>
            </a:extLst>
          </p:cNvPr>
          <p:cNvSpPr/>
          <p:nvPr/>
        </p:nvSpPr>
        <p:spPr>
          <a:xfrm>
            <a:off x="6201999" y="1042416"/>
            <a:ext cx="2960289" cy="3666744"/>
          </a:xfrm>
          <a:prstGeom prst="roundRect">
            <a:avLst>
              <a:gd name="adj" fmla="val 2025"/>
            </a:avLst>
          </a:prstGeom>
          <a:solidFill>
            <a:srgbClr val="1B2A3D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ACA0E01-049C-C785-4CD0-6E5ABE0456E3}"/>
              </a:ext>
            </a:extLst>
          </p:cNvPr>
          <p:cNvSpPr/>
          <p:nvPr/>
        </p:nvSpPr>
        <p:spPr>
          <a:xfrm>
            <a:off x="6365500" y="1124712"/>
            <a:ext cx="19783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EC4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Insight Processing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6DC323E-81F6-F5A8-690F-91B251F877DD}"/>
              </a:ext>
            </a:extLst>
          </p:cNvPr>
          <p:cNvSpPr/>
          <p:nvPr/>
        </p:nvSpPr>
        <p:spPr>
          <a:xfrm>
            <a:off x="9298452" y="1042416"/>
            <a:ext cx="2588748" cy="3666744"/>
          </a:xfrm>
          <a:prstGeom prst="roundRect">
            <a:avLst>
              <a:gd name="adj" fmla="val 2025"/>
            </a:avLst>
          </a:prstGeom>
          <a:solidFill>
            <a:srgbClr val="1B2A3D"/>
          </a:solidFill>
          <a:ln w="12700">
            <a:solidFill>
              <a:srgbClr val="3D35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E25EAC1-896A-107A-6FBB-395B69C3946D}"/>
              </a:ext>
            </a:extLst>
          </p:cNvPr>
          <p:cNvSpPr/>
          <p:nvPr/>
        </p:nvSpPr>
        <p:spPr>
          <a:xfrm>
            <a:off x="9429687" y="1152144"/>
            <a:ext cx="17512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D4A84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 &amp; Action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D36CE94-BD8C-077A-030A-5DC966B6A769}"/>
              </a:ext>
            </a:extLst>
          </p:cNvPr>
          <p:cNvSpPr/>
          <p:nvPr/>
        </p:nvSpPr>
        <p:spPr>
          <a:xfrm>
            <a:off x="233838" y="4800600"/>
            <a:ext cx="11653362" cy="1783080"/>
          </a:xfrm>
          <a:prstGeom prst="roundRect">
            <a:avLst>
              <a:gd name="adj" fmla="val 4103"/>
            </a:avLst>
          </a:prstGeom>
          <a:solidFill>
            <a:srgbClr val="1B2A3D"/>
          </a:solidFill>
          <a:ln w="12700">
            <a:solidFill>
              <a:srgbClr val="3D35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F2DF033-0903-E0FA-D73E-156F19E9CEA8}"/>
              </a:ext>
            </a:extLst>
          </p:cNvPr>
          <p:cNvSpPr/>
          <p:nvPr/>
        </p:nvSpPr>
        <p:spPr>
          <a:xfrm>
            <a:off x="502920" y="4967240"/>
            <a:ext cx="11201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B892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Identity, Secrets, and Platform Controls</a:t>
            </a:r>
            <a:endParaRPr lang="en-US" sz="1400" dirty="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5E02D08C-DAC9-BAF7-C003-D21A1EDCA82E}"/>
              </a:ext>
            </a:extLst>
          </p:cNvPr>
          <p:cNvGrpSpPr/>
          <p:nvPr/>
        </p:nvGrpSpPr>
        <p:grpSpPr>
          <a:xfrm>
            <a:off x="3181921" y="1307635"/>
            <a:ext cx="2286000" cy="790956"/>
            <a:chOff x="530352" y="1481328"/>
            <a:chExt cx="2286000" cy="790956"/>
          </a:xfrm>
        </p:grpSpPr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242FA6E3-C65E-9601-77E1-B7F2FB23C4B3}"/>
                </a:ext>
              </a:extLst>
            </p:cNvPr>
            <p:cNvSpPr/>
            <p:nvPr/>
          </p:nvSpPr>
          <p:spPr>
            <a:xfrm>
              <a:off x="530352" y="1481328"/>
              <a:ext cx="2286000" cy="790956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4" name="Azure Function Icon" descr="Azure Functions icon">
              <a:extLst>
                <a:ext uri="{FF2B5EF4-FFF2-40B4-BE49-F238E27FC236}">
                  <a16:creationId xmlns:a16="http://schemas.microsoft.com/office/drawing/2014/main" id="{FF43474A-6583-15FE-CB77-BCC186B209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1563624"/>
              <a:ext cx="274320" cy="274320"/>
            </a:xfrm>
            <a:prstGeom prst="rect">
              <a:avLst/>
            </a:prstGeom>
          </p:spPr>
        </p:pic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20AECCC9-E2D1-765E-57EF-BDB100574727}"/>
                </a:ext>
              </a:extLst>
            </p:cNvPr>
            <p:cNvSpPr/>
            <p:nvPr/>
          </p:nvSpPr>
          <p:spPr>
            <a:xfrm>
              <a:off x="923544" y="1554480"/>
              <a:ext cx="184708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Mailbox to Queue</a:t>
              </a:r>
              <a:endParaRPr lang="en-US" sz="1200"/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AB0327D9-AAB4-A92C-7CE9-83FF3440BD16}"/>
                </a:ext>
              </a:extLst>
            </p:cNvPr>
            <p:cNvSpPr/>
            <p:nvPr/>
          </p:nvSpPr>
          <p:spPr>
            <a:xfrm>
              <a:off x="923544" y="1737360"/>
              <a:ext cx="1828800" cy="4617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Poll mailbox for new emails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Publish new msg ids in Service Bus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211F9B6-FE63-6A60-6E13-D6F907794E98}"/>
              </a:ext>
            </a:extLst>
          </p:cNvPr>
          <p:cNvGrpSpPr/>
          <p:nvPr/>
        </p:nvGrpSpPr>
        <p:grpSpPr>
          <a:xfrm>
            <a:off x="3208909" y="2313432"/>
            <a:ext cx="2286000" cy="737386"/>
            <a:chOff x="530352" y="2350008"/>
            <a:chExt cx="2286000" cy="737386"/>
          </a:xfrm>
        </p:grpSpPr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6AAA9C29-AC4B-FFB1-6F9D-954214B4502E}"/>
                </a:ext>
              </a:extLst>
            </p:cNvPr>
            <p:cNvSpPr/>
            <p:nvPr/>
          </p:nvSpPr>
          <p:spPr>
            <a:xfrm>
              <a:off x="530352" y="2350008"/>
              <a:ext cx="2286000" cy="737386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8" name="Azure Function Icon 2" descr="Azure Functions icon">
              <a:extLst>
                <a:ext uri="{FF2B5EF4-FFF2-40B4-BE49-F238E27FC236}">
                  <a16:creationId xmlns:a16="http://schemas.microsoft.com/office/drawing/2014/main" id="{8A44326A-5DB5-AA12-2256-C841B390B5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2432304"/>
              <a:ext cx="274320" cy="274320"/>
            </a:xfrm>
            <a:prstGeom prst="rect">
              <a:avLst/>
            </a:prstGeom>
          </p:spPr>
        </p:pic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6B99062F-D097-2238-DA22-14E16DA481FA}"/>
                </a:ext>
              </a:extLst>
            </p:cNvPr>
            <p:cNvSpPr/>
            <p:nvPr/>
          </p:nvSpPr>
          <p:spPr>
            <a:xfrm>
              <a:off x="923543" y="2423160"/>
              <a:ext cx="1801813" cy="17428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Queue Orchestration</a:t>
              </a:r>
              <a:endParaRPr lang="en-US" sz="1200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933FFAF-53CD-C99B-7230-2FA8AED53664}"/>
                </a:ext>
              </a:extLst>
            </p:cNvPr>
            <p:cNvSpPr/>
            <p:nvPr/>
          </p:nvSpPr>
          <p:spPr>
            <a:xfrm>
              <a:off x="923544" y="2606040"/>
              <a:ext cx="18288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Coordinates extraction pipeline</a:t>
              </a:r>
              <a:endParaRPr lang="en-US" sz="1000" dirty="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8205BCA0-2021-9EFD-FA14-0DD2F10D1371}"/>
              </a:ext>
            </a:extLst>
          </p:cNvPr>
          <p:cNvGrpSpPr/>
          <p:nvPr/>
        </p:nvGrpSpPr>
        <p:grpSpPr>
          <a:xfrm>
            <a:off x="3199892" y="3241927"/>
            <a:ext cx="2286000" cy="749909"/>
            <a:chOff x="530352" y="3218687"/>
            <a:chExt cx="2286000" cy="749909"/>
          </a:xfrm>
        </p:grpSpPr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4A2BF2D5-5367-1FF9-6124-22F0628BBAA6}"/>
                </a:ext>
              </a:extLst>
            </p:cNvPr>
            <p:cNvSpPr/>
            <p:nvPr/>
          </p:nvSpPr>
          <p:spPr>
            <a:xfrm>
              <a:off x="530352" y="3218687"/>
              <a:ext cx="2286000" cy="749909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2" name="Azure Function Icon 3" descr="Azure Functions icon">
              <a:extLst>
                <a:ext uri="{FF2B5EF4-FFF2-40B4-BE49-F238E27FC236}">
                  <a16:creationId xmlns:a16="http://schemas.microsoft.com/office/drawing/2014/main" id="{CF6FF188-1ACA-61D7-E06D-F4E008C62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3300984"/>
              <a:ext cx="274320" cy="274320"/>
            </a:xfrm>
            <a:prstGeom prst="rect">
              <a:avLst/>
            </a:prstGeom>
          </p:spPr>
        </p:pic>
        <p:sp>
          <p:nvSpPr>
            <p:cNvPr id="23" name="Text 18">
              <a:extLst>
                <a:ext uri="{FF2B5EF4-FFF2-40B4-BE49-F238E27FC236}">
                  <a16:creationId xmlns:a16="http://schemas.microsoft.com/office/drawing/2014/main" id="{B9107A74-C8BB-2070-A386-ED7A494BA9E9}"/>
                </a:ext>
              </a:extLst>
            </p:cNvPr>
            <p:cNvSpPr/>
            <p:nvPr/>
          </p:nvSpPr>
          <p:spPr>
            <a:xfrm>
              <a:off x="923544" y="3291840"/>
              <a:ext cx="184708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CU Queue to DB</a:t>
              </a:r>
              <a:endParaRPr lang="en-US" sz="1200"/>
            </a:p>
          </p:txBody>
        </p:sp>
        <p:sp>
          <p:nvSpPr>
            <p:cNvPr id="24" name="Text 19">
              <a:extLst>
                <a:ext uri="{FF2B5EF4-FFF2-40B4-BE49-F238E27FC236}">
                  <a16:creationId xmlns:a16="http://schemas.microsoft.com/office/drawing/2014/main" id="{54C1D6B6-439D-4574-25F2-C82A81731E24}"/>
                </a:ext>
              </a:extLst>
            </p:cNvPr>
            <p:cNvSpPr/>
            <p:nvPr/>
          </p:nvSpPr>
          <p:spPr>
            <a:xfrm>
              <a:off x="923544" y="3474720"/>
              <a:ext cx="18288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Read new emails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Persists CU analysis output</a:t>
              </a:r>
              <a:endParaRPr lang="en-US" sz="7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D4B5C73-8668-5B43-E2CB-44851D8BABEC}"/>
              </a:ext>
            </a:extLst>
          </p:cNvPr>
          <p:cNvGrpSpPr/>
          <p:nvPr/>
        </p:nvGrpSpPr>
        <p:grpSpPr>
          <a:xfrm>
            <a:off x="6440943" y="2289232"/>
            <a:ext cx="2525653" cy="621241"/>
            <a:chOff x="3611880" y="2350007"/>
            <a:chExt cx="2760597" cy="621241"/>
          </a:xfrm>
        </p:grpSpPr>
        <p:sp>
          <p:nvSpPr>
            <p:cNvPr id="29" name="Shape 23">
              <a:extLst>
                <a:ext uri="{FF2B5EF4-FFF2-40B4-BE49-F238E27FC236}">
                  <a16:creationId xmlns:a16="http://schemas.microsoft.com/office/drawing/2014/main" id="{E261F94B-31D2-9A90-2276-1BFCD6E38BEE}"/>
                </a:ext>
              </a:extLst>
            </p:cNvPr>
            <p:cNvSpPr/>
            <p:nvPr/>
          </p:nvSpPr>
          <p:spPr>
            <a:xfrm>
              <a:off x="3611880" y="2350007"/>
              <a:ext cx="2760597" cy="621241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" name="Image 4" descr="C:\Users\tibarar\OneDrive - Microsoft\Desktop\MyProjects\extract-insight-action\artifacts\ppt-icons\10121-icon-service-Azure-Cosmos-DB.svg">
              <a:extLst>
                <a:ext uri="{FF2B5EF4-FFF2-40B4-BE49-F238E27FC236}">
                  <a16:creationId xmlns:a16="http://schemas.microsoft.com/office/drawing/2014/main" id="{83D71A4F-8DF4-B13D-C35C-6FD083AC61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685032" y="2432304"/>
              <a:ext cx="274320" cy="274320"/>
            </a:xfrm>
            <a:prstGeom prst="rect">
              <a:avLst/>
            </a:prstGeom>
          </p:spPr>
        </p:pic>
        <p:sp>
          <p:nvSpPr>
            <p:cNvPr id="31" name="Text 24">
              <a:extLst>
                <a:ext uri="{FF2B5EF4-FFF2-40B4-BE49-F238E27FC236}">
                  <a16:creationId xmlns:a16="http://schemas.microsoft.com/office/drawing/2014/main" id="{064263E7-9F5E-76AE-CB5B-5DA530EBCA73}"/>
                </a:ext>
              </a:extLst>
            </p:cNvPr>
            <p:cNvSpPr/>
            <p:nvPr/>
          </p:nvSpPr>
          <p:spPr>
            <a:xfrm>
              <a:off x="4005072" y="2423160"/>
              <a:ext cx="170992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Cosmos DB</a:t>
              </a:r>
              <a:endParaRPr lang="en-US" sz="1200"/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85C157FB-89D3-7ABB-F5C4-43E4401E6C81}"/>
                </a:ext>
              </a:extLst>
            </p:cNvPr>
            <p:cNvSpPr/>
            <p:nvPr/>
          </p:nvSpPr>
          <p:spPr>
            <a:xfrm>
              <a:off x="4005072" y="2606040"/>
              <a:ext cx="169164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Email + attachments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insight data store</a:t>
              </a:r>
              <a:endParaRPr lang="en-US" sz="70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F927785D-5D4B-024A-E93D-7EE76692F8C3}"/>
              </a:ext>
            </a:extLst>
          </p:cNvPr>
          <p:cNvGrpSpPr/>
          <p:nvPr/>
        </p:nvGrpSpPr>
        <p:grpSpPr>
          <a:xfrm>
            <a:off x="6440012" y="3749040"/>
            <a:ext cx="2657980" cy="777240"/>
            <a:chOff x="3611881" y="3218688"/>
            <a:chExt cx="2103119" cy="777240"/>
          </a:xfrm>
        </p:grpSpPr>
        <p:sp>
          <p:nvSpPr>
            <p:cNvPr id="33" name="Shape 26">
              <a:extLst>
                <a:ext uri="{FF2B5EF4-FFF2-40B4-BE49-F238E27FC236}">
                  <a16:creationId xmlns:a16="http://schemas.microsoft.com/office/drawing/2014/main" id="{F0BA04D7-D4CA-5EDD-6E51-5EDA96DBBE76}"/>
                </a:ext>
              </a:extLst>
            </p:cNvPr>
            <p:cNvSpPr/>
            <p:nvPr/>
          </p:nvSpPr>
          <p:spPr>
            <a:xfrm>
              <a:off x="3611881" y="3218688"/>
              <a:ext cx="1999154" cy="777240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4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D39407AB-D9E9-E827-D49E-6615A4FE68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85032" y="3300984"/>
              <a:ext cx="274320" cy="274320"/>
            </a:xfrm>
            <a:prstGeom prst="rect">
              <a:avLst/>
            </a:prstGeom>
          </p:spPr>
        </p:pic>
        <p:sp>
          <p:nvSpPr>
            <p:cNvPr id="35" name="Text 27">
              <a:extLst>
                <a:ext uri="{FF2B5EF4-FFF2-40B4-BE49-F238E27FC236}">
                  <a16:creationId xmlns:a16="http://schemas.microsoft.com/office/drawing/2014/main" id="{E3AACD4C-5641-3E6E-49CA-58A2A25CAB30}"/>
                </a:ext>
              </a:extLst>
            </p:cNvPr>
            <p:cNvSpPr/>
            <p:nvPr/>
          </p:nvSpPr>
          <p:spPr>
            <a:xfrm>
              <a:off x="4005072" y="3291840"/>
              <a:ext cx="170992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AI Search</a:t>
              </a:r>
              <a:endParaRPr lang="en-US" sz="1200"/>
            </a:p>
          </p:txBody>
        </p:sp>
        <p:sp>
          <p:nvSpPr>
            <p:cNvPr id="36" name="Text 28">
              <a:extLst>
                <a:ext uri="{FF2B5EF4-FFF2-40B4-BE49-F238E27FC236}">
                  <a16:creationId xmlns:a16="http://schemas.microsoft.com/office/drawing/2014/main" id="{11A13CF7-0E59-5BD4-8B4D-A259E2B0FAF2}"/>
                </a:ext>
              </a:extLst>
            </p:cNvPr>
            <p:cNvSpPr/>
            <p:nvPr/>
          </p:nvSpPr>
          <p:spPr>
            <a:xfrm>
              <a:off x="4005072" y="3474720"/>
              <a:ext cx="1565346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Index emails, attachments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Control access with metadata</a:t>
              </a:r>
              <a:endParaRPr lang="en-US" sz="7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Domain knowledgebase</a:t>
              </a:r>
              <a:endParaRPr lang="en-US" sz="70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5569807-F914-3A0F-8BCE-86B394A60A48}"/>
              </a:ext>
            </a:extLst>
          </p:cNvPr>
          <p:cNvGrpSpPr/>
          <p:nvPr/>
        </p:nvGrpSpPr>
        <p:grpSpPr>
          <a:xfrm>
            <a:off x="6441873" y="1508760"/>
            <a:ext cx="2610685" cy="676656"/>
            <a:chOff x="5833871" y="1920240"/>
            <a:chExt cx="2610685" cy="676656"/>
          </a:xfrm>
        </p:grpSpPr>
        <p:sp>
          <p:nvSpPr>
            <p:cNvPr id="37" name="Shape 29">
              <a:extLst>
                <a:ext uri="{FF2B5EF4-FFF2-40B4-BE49-F238E27FC236}">
                  <a16:creationId xmlns:a16="http://schemas.microsoft.com/office/drawing/2014/main" id="{1C737381-ED17-07C3-794F-A5D0FBB58A03}"/>
                </a:ext>
              </a:extLst>
            </p:cNvPr>
            <p:cNvSpPr/>
            <p:nvPr/>
          </p:nvSpPr>
          <p:spPr>
            <a:xfrm>
              <a:off x="5833871" y="1920240"/>
              <a:ext cx="2524723" cy="676656"/>
            </a:xfrm>
            <a:prstGeom prst="roundRect">
              <a:avLst>
                <a:gd name="adj" fmla="val 6316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8" name="Image 6" descr="C:\Users\tibarar\OneDrive - Microsoft\Desktop\MyProjects\extract-insight-action\artifacts\ppt-icons\10162-icon-service-Cognitive-Services.svg">
              <a:extLst>
                <a:ext uri="{FF2B5EF4-FFF2-40B4-BE49-F238E27FC236}">
                  <a16:creationId xmlns:a16="http://schemas.microsoft.com/office/drawing/2014/main" id="{E8864354-8EF7-12AF-9B6C-B1872AA81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907024" y="2002536"/>
              <a:ext cx="274320" cy="274320"/>
            </a:xfrm>
            <a:prstGeom prst="rect">
              <a:avLst/>
            </a:prstGeom>
          </p:spPr>
        </p:pic>
        <p:sp>
          <p:nvSpPr>
            <p:cNvPr id="39" name="Text 30">
              <a:extLst>
                <a:ext uri="{FF2B5EF4-FFF2-40B4-BE49-F238E27FC236}">
                  <a16:creationId xmlns:a16="http://schemas.microsoft.com/office/drawing/2014/main" id="{FB2B614A-FEFD-D765-D509-3ECF5343554E}"/>
                </a:ext>
              </a:extLst>
            </p:cNvPr>
            <p:cNvSpPr/>
            <p:nvPr/>
          </p:nvSpPr>
          <p:spPr>
            <a:xfrm>
              <a:off x="6227063" y="1993392"/>
              <a:ext cx="2217493" cy="2013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Foundry</a:t>
              </a:r>
              <a:endParaRPr lang="en-US" sz="1200"/>
            </a:p>
          </p:txBody>
        </p:sp>
        <p:sp>
          <p:nvSpPr>
            <p:cNvPr id="40" name="Text 31">
              <a:extLst>
                <a:ext uri="{FF2B5EF4-FFF2-40B4-BE49-F238E27FC236}">
                  <a16:creationId xmlns:a16="http://schemas.microsoft.com/office/drawing/2014/main" id="{AD9CE3E6-BA17-AB74-E2B0-0C39AE2E3F24}"/>
                </a:ext>
              </a:extLst>
            </p:cNvPr>
            <p:cNvSpPr/>
            <p:nvPr/>
          </p:nvSpPr>
          <p:spPr>
            <a:xfrm>
              <a:off x="6227064" y="2176272"/>
              <a:ext cx="2080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Documents, image, audio, video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cs typeface="Segoe UI" pitchFamily="34" charset="-120"/>
                </a:rPr>
                <a:t>Agents with models &amp; tools</a:t>
              </a:r>
              <a:endParaRPr lang="en-US" sz="1000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48EC3B7-193E-165B-7C6B-D7BD09052D9D}"/>
              </a:ext>
            </a:extLst>
          </p:cNvPr>
          <p:cNvGrpSpPr/>
          <p:nvPr/>
        </p:nvGrpSpPr>
        <p:grpSpPr>
          <a:xfrm>
            <a:off x="9495688" y="1495046"/>
            <a:ext cx="2168570" cy="914400"/>
            <a:chOff x="8549640" y="1554480"/>
            <a:chExt cx="2168570" cy="914400"/>
          </a:xfrm>
        </p:grpSpPr>
        <p:sp>
          <p:nvSpPr>
            <p:cNvPr id="45" name="Shape 35">
              <a:extLst>
                <a:ext uri="{FF2B5EF4-FFF2-40B4-BE49-F238E27FC236}">
                  <a16:creationId xmlns:a16="http://schemas.microsoft.com/office/drawing/2014/main" id="{40496BD4-9DD5-48D6-1392-2D362E51BC63}"/>
                </a:ext>
              </a:extLst>
            </p:cNvPr>
            <p:cNvSpPr/>
            <p:nvPr/>
          </p:nvSpPr>
          <p:spPr>
            <a:xfrm>
              <a:off x="8549640" y="1554480"/>
              <a:ext cx="2168570" cy="914400"/>
            </a:xfrm>
            <a:prstGeom prst="roundRect">
              <a:avLst>
                <a:gd name="adj" fmla="val 6316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6" name="Image 8" descr="C:\Users\tibarar\OneDrive - Microsoft\Desktop\MyProjects\extract-insight-action\artifacts\ppt-icons\10035-icon-service-App-Services.svg">
              <a:extLst>
                <a:ext uri="{FF2B5EF4-FFF2-40B4-BE49-F238E27FC236}">
                  <a16:creationId xmlns:a16="http://schemas.microsoft.com/office/drawing/2014/main" id="{FF4CF29B-DE50-7E05-E37A-58C6ECA29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22792" y="1636776"/>
              <a:ext cx="274320" cy="274320"/>
            </a:xfrm>
            <a:prstGeom prst="rect">
              <a:avLst/>
            </a:prstGeom>
          </p:spPr>
        </p:pic>
        <p:sp>
          <p:nvSpPr>
            <p:cNvPr id="47" name="Text 36">
              <a:extLst>
                <a:ext uri="{FF2B5EF4-FFF2-40B4-BE49-F238E27FC236}">
                  <a16:creationId xmlns:a16="http://schemas.microsoft.com/office/drawing/2014/main" id="{AD49AAD8-705C-36D6-6B9F-C67443643B25}"/>
                </a:ext>
              </a:extLst>
            </p:cNvPr>
            <p:cNvSpPr/>
            <p:nvPr/>
          </p:nvSpPr>
          <p:spPr>
            <a:xfrm>
              <a:off x="8942832" y="1627632"/>
              <a:ext cx="167168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Insight UI (Spring Boot)</a:t>
              </a:r>
              <a:endParaRPr lang="en-US" sz="1200"/>
            </a:p>
          </p:txBody>
        </p:sp>
        <p:sp>
          <p:nvSpPr>
            <p:cNvPr id="48" name="Text 37">
              <a:extLst>
                <a:ext uri="{FF2B5EF4-FFF2-40B4-BE49-F238E27FC236}">
                  <a16:creationId xmlns:a16="http://schemas.microsoft.com/office/drawing/2014/main" id="{E8F10419-369F-AEED-C6DE-37C6F307B4D6}"/>
                </a:ext>
              </a:extLst>
            </p:cNvPr>
            <p:cNvSpPr/>
            <p:nvPr/>
          </p:nvSpPr>
          <p:spPr>
            <a:xfrm>
              <a:off x="8942832" y="1875268"/>
              <a:ext cx="1474090" cy="374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Operational dashboard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User profile controls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93EFA12-9739-4581-2D1F-DBDE2B2A361D}"/>
              </a:ext>
            </a:extLst>
          </p:cNvPr>
          <p:cNvGrpSpPr/>
          <p:nvPr/>
        </p:nvGrpSpPr>
        <p:grpSpPr>
          <a:xfrm>
            <a:off x="9495688" y="2587754"/>
            <a:ext cx="2168570" cy="914400"/>
            <a:chOff x="8549640" y="2651760"/>
            <a:chExt cx="2168570" cy="914400"/>
          </a:xfrm>
        </p:grpSpPr>
        <p:sp>
          <p:nvSpPr>
            <p:cNvPr id="49" name="Shape 38">
              <a:extLst>
                <a:ext uri="{FF2B5EF4-FFF2-40B4-BE49-F238E27FC236}">
                  <a16:creationId xmlns:a16="http://schemas.microsoft.com/office/drawing/2014/main" id="{FFDBEA69-D443-2744-73CE-68F60541C7D5}"/>
                </a:ext>
              </a:extLst>
            </p:cNvPr>
            <p:cNvSpPr/>
            <p:nvPr/>
          </p:nvSpPr>
          <p:spPr>
            <a:xfrm>
              <a:off x="8549640" y="2651760"/>
              <a:ext cx="2168570" cy="914400"/>
            </a:xfrm>
            <a:prstGeom prst="roundRect">
              <a:avLst>
                <a:gd name="adj" fmla="val 6316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0" name="Image 9" descr="C:\Users\tibarar\OneDrive - Microsoft\Desktop\MyProjects\extract-insight-action\artifacts\ppt-icons\10035-icon-service-App-Services.svg">
              <a:extLst>
                <a:ext uri="{FF2B5EF4-FFF2-40B4-BE49-F238E27FC236}">
                  <a16:creationId xmlns:a16="http://schemas.microsoft.com/office/drawing/2014/main" id="{37AAF946-B154-7E60-C8E6-C8C658A873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22792" y="2734056"/>
              <a:ext cx="274320" cy="274320"/>
            </a:xfrm>
            <a:prstGeom prst="rect">
              <a:avLst/>
            </a:prstGeom>
          </p:spPr>
        </p:pic>
        <p:sp>
          <p:nvSpPr>
            <p:cNvPr id="51" name="Text 39">
              <a:extLst>
                <a:ext uri="{FF2B5EF4-FFF2-40B4-BE49-F238E27FC236}">
                  <a16:creationId xmlns:a16="http://schemas.microsoft.com/office/drawing/2014/main" id="{8A716C3B-98B4-0542-E1E8-1C88118AD907}"/>
                </a:ext>
              </a:extLst>
            </p:cNvPr>
            <p:cNvSpPr/>
            <p:nvPr/>
          </p:nvSpPr>
          <p:spPr>
            <a:xfrm>
              <a:off x="8942833" y="2724911"/>
              <a:ext cx="1602658" cy="21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Email Reviewer Agent</a:t>
              </a:r>
              <a:endParaRPr lang="en-US" sz="1200"/>
            </a:p>
          </p:txBody>
        </p:sp>
        <p:sp>
          <p:nvSpPr>
            <p:cNvPr id="52" name="Text 40">
              <a:extLst>
                <a:ext uri="{FF2B5EF4-FFF2-40B4-BE49-F238E27FC236}">
                  <a16:creationId xmlns:a16="http://schemas.microsoft.com/office/drawing/2014/main" id="{372BC616-0F32-AC3F-5616-7F054D472377}"/>
                </a:ext>
              </a:extLst>
            </p:cNvPr>
            <p:cNvSpPr/>
            <p:nvPr/>
          </p:nvSpPr>
          <p:spPr>
            <a:xfrm>
              <a:off x="8942832" y="2960239"/>
              <a:ext cx="1358161" cy="4773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Assisted decisions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Recommendations</a:t>
              </a:r>
              <a:endParaRPr lang="en-US" sz="1000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BE74412-6EC0-D088-2F3B-1B16A6F93C94}"/>
              </a:ext>
            </a:extLst>
          </p:cNvPr>
          <p:cNvGrpSpPr/>
          <p:nvPr/>
        </p:nvGrpSpPr>
        <p:grpSpPr>
          <a:xfrm>
            <a:off x="9518546" y="3680462"/>
            <a:ext cx="2145712" cy="914400"/>
            <a:chOff x="8572500" y="3739896"/>
            <a:chExt cx="2145713" cy="914400"/>
          </a:xfrm>
        </p:grpSpPr>
        <p:sp>
          <p:nvSpPr>
            <p:cNvPr id="53" name="Shape 41">
              <a:extLst>
                <a:ext uri="{FF2B5EF4-FFF2-40B4-BE49-F238E27FC236}">
                  <a16:creationId xmlns:a16="http://schemas.microsoft.com/office/drawing/2014/main" id="{08188716-3977-C01F-BBC0-ECC6E587A8A4}"/>
                </a:ext>
              </a:extLst>
            </p:cNvPr>
            <p:cNvSpPr/>
            <p:nvPr/>
          </p:nvSpPr>
          <p:spPr>
            <a:xfrm>
              <a:off x="8572500" y="3739896"/>
              <a:ext cx="2145713" cy="914400"/>
            </a:xfrm>
            <a:prstGeom prst="roundRect">
              <a:avLst>
                <a:gd name="adj" fmla="val 75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4" name="Image 10" descr="C:\Users\tibarar\OneDrive - Microsoft\Desktop\MyProjects\extract-insight-action\artifacts\ppt-icons\10836-icon-service-Service-Bus.svg">
              <a:extLst>
                <a:ext uri="{FF2B5EF4-FFF2-40B4-BE49-F238E27FC236}">
                  <a16:creationId xmlns:a16="http://schemas.microsoft.com/office/drawing/2014/main" id="{106C3BC2-65BA-26D6-49F8-C8CA14D840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22792" y="3831336"/>
              <a:ext cx="274320" cy="274320"/>
            </a:xfrm>
            <a:prstGeom prst="rect">
              <a:avLst/>
            </a:prstGeom>
          </p:spPr>
        </p:pic>
        <p:sp>
          <p:nvSpPr>
            <p:cNvPr id="55" name="Text 42">
              <a:extLst>
                <a:ext uri="{FF2B5EF4-FFF2-40B4-BE49-F238E27FC236}">
                  <a16:creationId xmlns:a16="http://schemas.microsoft.com/office/drawing/2014/main" id="{6F59F436-4182-3FF0-8832-173A5DD89970}"/>
                </a:ext>
              </a:extLst>
            </p:cNvPr>
            <p:cNvSpPr/>
            <p:nvPr/>
          </p:nvSpPr>
          <p:spPr>
            <a:xfrm>
              <a:off x="8942831" y="3822191"/>
              <a:ext cx="1592502" cy="2121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Action Execution Layer</a:t>
              </a:r>
              <a:endParaRPr lang="en-US" sz="1200"/>
            </a:p>
          </p:txBody>
        </p:sp>
        <p:sp>
          <p:nvSpPr>
            <p:cNvPr id="56" name="Text 43">
              <a:extLst>
                <a:ext uri="{FF2B5EF4-FFF2-40B4-BE49-F238E27FC236}">
                  <a16:creationId xmlns:a16="http://schemas.microsoft.com/office/drawing/2014/main" id="{692778A8-16C7-5C25-E017-E67CBEAD536F}"/>
                </a:ext>
              </a:extLst>
            </p:cNvPr>
            <p:cNvSpPr/>
            <p:nvPr/>
          </p:nvSpPr>
          <p:spPr>
            <a:xfrm>
              <a:off x="8942835" y="4071032"/>
              <a:ext cx="1602662" cy="4693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Triggers action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 workflows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cs typeface="Segoe UI" pitchFamily="34" charset="-120"/>
                </a:rPr>
                <a:t>Control agent autonomy</a:t>
              </a:r>
              <a:endParaRPr lang="en-US" sz="1000"/>
            </a:p>
          </p:txBody>
        </p:sp>
      </p:grpSp>
      <p:sp>
        <p:nvSpPr>
          <p:cNvPr id="57" name="Shape 44">
            <a:extLst>
              <a:ext uri="{FF2B5EF4-FFF2-40B4-BE49-F238E27FC236}">
                <a16:creationId xmlns:a16="http://schemas.microsoft.com/office/drawing/2014/main" id="{A18B2A75-30E2-F7C0-6BDB-DC27BA29CCB7}"/>
              </a:ext>
            </a:extLst>
          </p:cNvPr>
          <p:cNvSpPr/>
          <p:nvPr/>
        </p:nvSpPr>
        <p:spPr>
          <a:xfrm>
            <a:off x="62185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42132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8" name="Image 11" descr="C:\Users\tibarar\OneDrive - Microsoft\Desktop\MyProjects\extract-insight-action\artifacts\ppt-icons\10222-icon-service-Azure-AD-Domain-Services.svg">
            <a:extLst>
              <a:ext uri="{FF2B5EF4-FFF2-40B4-BE49-F238E27FC236}">
                <a16:creationId xmlns:a16="http://schemas.microsoft.com/office/drawing/2014/main" id="{AB5E2400-E13C-35CB-538D-5B3B1EA4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004" y="5417661"/>
            <a:ext cx="274320" cy="274320"/>
          </a:xfrm>
          <a:prstGeom prst="rect">
            <a:avLst/>
          </a:prstGeom>
        </p:spPr>
      </p:pic>
      <p:sp>
        <p:nvSpPr>
          <p:cNvPr id="59" name="Text 45">
            <a:extLst>
              <a:ext uri="{FF2B5EF4-FFF2-40B4-BE49-F238E27FC236}">
                <a16:creationId xmlns:a16="http://schemas.microsoft.com/office/drawing/2014/main" id="{7722FC5E-DF58-4596-2B18-D39A1BC2CE0C}"/>
              </a:ext>
            </a:extLst>
          </p:cNvPr>
          <p:cNvSpPr/>
          <p:nvPr/>
        </p:nvSpPr>
        <p:spPr>
          <a:xfrm>
            <a:off x="1064266" y="5458454"/>
            <a:ext cx="1689765" cy="25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Entra ID</a:t>
            </a:r>
            <a:endParaRPr lang="en-US" sz="1200" dirty="0"/>
          </a:p>
        </p:txBody>
      </p:sp>
      <p:sp>
        <p:nvSpPr>
          <p:cNvPr id="60" name="Text 46">
            <a:extLst>
              <a:ext uri="{FF2B5EF4-FFF2-40B4-BE49-F238E27FC236}">
                <a16:creationId xmlns:a16="http://schemas.microsoft.com/office/drawing/2014/main" id="{EB5A1618-BAA5-5AFA-E1FB-21962AA19BAD}"/>
              </a:ext>
            </a:extLst>
          </p:cNvPr>
          <p:cNvSpPr/>
          <p:nvPr/>
        </p:nvSpPr>
        <p:spPr>
          <a:xfrm>
            <a:off x="790428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OIDC login, role claims, Graph delegated auth</a:t>
            </a:r>
            <a:endParaRPr lang="en-US" sz="1000" dirty="0"/>
          </a:p>
        </p:txBody>
      </p:sp>
      <p:sp>
        <p:nvSpPr>
          <p:cNvPr id="61" name="Shape 47">
            <a:extLst>
              <a:ext uri="{FF2B5EF4-FFF2-40B4-BE49-F238E27FC236}">
                <a16:creationId xmlns:a16="http://schemas.microsoft.com/office/drawing/2014/main" id="{F66C3685-F088-315D-B4B5-75FDC0A6CDB1}"/>
              </a:ext>
            </a:extLst>
          </p:cNvPr>
          <p:cNvSpPr/>
          <p:nvPr/>
        </p:nvSpPr>
        <p:spPr>
          <a:xfrm>
            <a:off x="341077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42132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2" name="Image 12" descr="C:\Users\tibarar\OneDrive - Microsoft\Desktop\MyProjects\extract-insight-action\artifacts\ppt-icons\10227-icon-service-Managed-Identities.svg">
            <a:extLst>
              <a:ext uri="{FF2B5EF4-FFF2-40B4-BE49-F238E27FC236}">
                <a16:creationId xmlns:a16="http://schemas.microsoft.com/office/drawing/2014/main" id="{DC937D85-C996-134E-66E1-017E5D119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83924" y="5417661"/>
            <a:ext cx="274320" cy="274320"/>
          </a:xfrm>
          <a:prstGeom prst="rect">
            <a:avLst/>
          </a:prstGeom>
        </p:spPr>
      </p:pic>
      <p:sp>
        <p:nvSpPr>
          <p:cNvPr id="63" name="Text 48">
            <a:extLst>
              <a:ext uri="{FF2B5EF4-FFF2-40B4-BE49-F238E27FC236}">
                <a16:creationId xmlns:a16="http://schemas.microsoft.com/office/drawing/2014/main" id="{23CD95E9-B584-C27E-66A2-9DD7E18CA7C1}"/>
              </a:ext>
            </a:extLst>
          </p:cNvPr>
          <p:cNvSpPr/>
          <p:nvPr/>
        </p:nvSpPr>
        <p:spPr>
          <a:xfrm>
            <a:off x="3867972" y="5437505"/>
            <a:ext cx="1742752" cy="296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Identities</a:t>
            </a:r>
            <a:endParaRPr lang="en-US" sz="1200" dirty="0"/>
          </a:p>
        </p:txBody>
      </p:sp>
      <p:sp>
        <p:nvSpPr>
          <p:cNvPr id="64" name="Text 49">
            <a:extLst>
              <a:ext uri="{FF2B5EF4-FFF2-40B4-BE49-F238E27FC236}">
                <a16:creationId xmlns:a16="http://schemas.microsoft.com/office/drawing/2014/main" id="{039FAF47-D07F-EAE8-52B0-EDAA5BE5DA64}"/>
              </a:ext>
            </a:extLst>
          </p:cNvPr>
          <p:cNvSpPr/>
          <p:nvPr/>
        </p:nvSpPr>
        <p:spPr>
          <a:xfrm>
            <a:off x="3574972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identities for service-to-service access</a:t>
            </a:r>
            <a:endParaRPr lang="en-US" sz="1000" dirty="0"/>
          </a:p>
        </p:txBody>
      </p:sp>
      <p:sp>
        <p:nvSpPr>
          <p:cNvPr id="65" name="Shape 50">
            <a:extLst>
              <a:ext uri="{FF2B5EF4-FFF2-40B4-BE49-F238E27FC236}">
                <a16:creationId xmlns:a16="http://schemas.microsoft.com/office/drawing/2014/main" id="{E1C58D2D-5AEF-C41C-D86C-5E7EE0D560D8}"/>
              </a:ext>
            </a:extLst>
          </p:cNvPr>
          <p:cNvSpPr/>
          <p:nvPr/>
        </p:nvSpPr>
        <p:spPr>
          <a:xfrm>
            <a:off x="619969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142132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13" descr="C:\Users\tibarar\OneDrive - Microsoft\Desktop\MyProjects\extract-insight-action\artifacts\ppt-icons\10245-icon-service-Key-Vaults.svg">
            <a:extLst>
              <a:ext uri="{FF2B5EF4-FFF2-40B4-BE49-F238E27FC236}">
                <a16:creationId xmlns:a16="http://schemas.microsoft.com/office/drawing/2014/main" id="{7FF3DF82-488D-33B8-587E-BC6544EBF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72844" y="5417661"/>
            <a:ext cx="274320" cy="274320"/>
          </a:xfrm>
          <a:prstGeom prst="rect">
            <a:avLst/>
          </a:prstGeom>
        </p:spPr>
      </p:pic>
      <p:sp>
        <p:nvSpPr>
          <p:cNvPr id="67" name="Text 51">
            <a:extLst>
              <a:ext uri="{FF2B5EF4-FFF2-40B4-BE49-F238E27FC236}">
                <a16:creationId xmlns:a16="http://schemas.microsoft.com/office/drawing/2014/main" id="{C431D72C-DEC1-199D-44AB-F83B797A6AB5}"/>
              </a:ext>
            </a:extLst>
          </p:cNvPr>
          <p:cNvSpPr/>
          <p:nvPr/>
        </p:nvSpPr>
        <p:spPr>
          <a:xfrm>
            <a:off x="6656892" y="5437506"/>
            <a:ext cx="1813349" cy="296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Key Vault</a:t>
            </a:r>
            <a:endParaRPr lang="en-US" sz="1200" dirty="0"/>
          </a:p>
        </p:txBody>
      </p:sp>
      <p:sp>
        <p:nvSpPr>
          <p:cNvPr id="68" name="Text 52">
            <a:extLst>
              <a:ext uri="{FF2B5EF4-FFF2-40B4-BE49-F238E27FC236}">
                <a16:creationId xmlns:a16="http://schemas.microsoft.com/office/drawing/2014/main" id="{5438837C-17F7-D4D0-FA77-9E983AA7CCEF}"/>
              </a:ext>
            </a:extLst>
          </p:cNvPr>
          <p:cNvSpPr/>
          <p:nvPr/>
        </p:nvSpPr>
        <p:spPr>
          <a:xfrm>
            <a:off x="6359516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Secrets, certificates, and rotation controls</a:t>
            </a:r>
            <a:endParaRPr lang="en-US" sz="1000" dirty="0"/>
          </a:p>
        </p:txBody>
      </p:sp>
      <p:sp>
        <p:nvSpPr>
          <p:cNvPr id="69" name="Shape 53">
            <a:extLst>
              <a:ext uri="{FF2B5EF4-FFF2-40B4-BE49-F238E27FC236}">
                <a16:creationId xmlns:a16="http://schemas.microsoft.com/office/drawing/2014/main" id="{16D06C8D-87BA-4B93-5EBB-B1E6A349694A}"/>
              </a:ext>
            </a:extLst>
          </p:cNvPr>
          <p:cNvSpPr/>
          <p:nvPr/>
        </p:nvSpPr>
        <p:spPr>
          <a:xfrm>
            <a:off x="9034332" y="5335365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142132"/>
          </a:solidFill>
          <a:ln w="12700">
            <a:solidFill>
              <a:srgbClr val="2A3F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4">
            <a:extLst>
              <a:ext uri="{FF2B5EF4-FFF2-40B4-BE49-F238E27FC236}">
                <a16:creationId xmlns:a16="http://schemas.microsoft.com/office/drawing/2014/main" id="{44BBA12E-0A0B-30DA-E8DE-6F12A33D25FE}"/>
              </a:ext>
            </a:extLst>
          </p:cNvPr>
          <p:cNvSpPr/>
          <p:nvPr/>
        </p:nvSpPr>
        <p:spPr>
          <a:xfrm>
            <a:off x="9166550" y="5458454"/>
            <a:ext cx="1875140" cy="25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8EC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71" name="Text 55">
            <a:extLst>
              <a:ext uri="{FF2B5EF4-FFF2-40B4-BE49-F238E27FC236}">
                <a16:creationId xmlns:a16="http://schemas.microsoft.com/office/drawing/2014/main" id="{C4A8CC22-FC3D-5FA5-B3BA-99F1F318A67D}"/>
              </a:ext>
            </a:extLst>
          </p:cNvPr>
          <p:cNvSpPr/>
          <p:nvPr/>
        </p:nvSpPr>
        <p:spPr>
          <a:xfrm>
            <a:off x="9144060" y="5783421"/>
            <a:ext cx="2286000" cy="49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Least privilege</a:t>
            </a:r>
            <a:endParaRPr lang="en-US" sz="1000" dirty="0"/>
          </a:p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Custom role: EIAUserProfileEditor</a:t>
            </a:r>
            <a:endParaRPr lang="en-US" sz="700" dirty="0"/>
          </a:p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Operational scripts and runbooks</a:t>
            </a:r>
            <a:endParaRPr lang="en-US" sz="700" dirty="0"/>
          </a:p>
        </p:txBody>
      </p:sp>
      <p:sp>
        <p:nvSpPr>
          <p:cNvPr id="72" name="Shape 56">
            <a:extLst>
              <a:ext uri="{FF2B5EF4-FFF2-40B4-BE49-F238E27FC236}">
                <a16:creationId xmlns:a16="http://schemas.microsoft.com/office/drawing/2014/main" id="{AB57D6DA-EA96-530E-87D4-CE592A253DC4}"/>
              </a:ext>
            </a:extLst>
          </p:cNvPr>
          <p:cNvSpPr/>
          <p:nvPr/>
        </p:nvSpPr>
        <p:spPr>
          <a:xfrm>
            <a:off x="5959800" y="1981462"/>
            <a:ext cx="320040" cy="109728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57">
            <a:extLst>
              <a:ext uri="{FF2B5EF4-FFF2-40B4-BE49-F238E27FC236}">
                <a16:creationId xmlns:a16="http://schemas.microsoft.com/office/drawing/2014/main" id="{681B112E-0756-6603-A94B-2C90F6A8DC2B}"/>
              </a:ext>
            </a:extLst>
          </p:cNvPr>
          <p:cNvSpPr/>
          <p:nvPr/>
        </p:nvSpPr>
        <p:spPr>
          <a:xfrm>
            <a:off x="5959800" y="2850142"/>
            <a:ext cx="320040" cy="109728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58">
            <a:extLst>
              <a:ext uri="{FF2B5EF4-FFF2-40B4-BE49-F238E27FC236}">
                <a16:creationId xmlns:a16="http://schemas.microsoft.com/office/drawing/2014/main" id="{298FC74E-DD1A-F119-3CD6-ED13E51BBB25}"/>
              </a:ext>
            </a:extLst>
          </p:cNvPr>
          <p:cNvSpPr/>
          <p:nvPr/>
        </p:nvSpPr>
        <p:spPr>
          <a:xfrm>
            <a:off x="5959800" y="3718822"/>
            <a:ext cx="320040" cy="109728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1">
            <a:extLst>
              <a:ext uri="{FF2B5EF4-FFF2-40B4-BE49-F238E27FC236}">
                <a16:creationId xmlns:a16="http://schemas.microsoft.com/office/drawing/2014/main" id="{70CA63AF-B516-86B2-FC6A-333F79ABA234}"/>
              </a:ext>
            </a:extLst>
          </p:cNvPr>
          <p:cNvSpPr/>
          <p:nvPr/>
        </p:nvSpPr>
        <p:spPr>
          <a:xfrm>
            <a:off x="9060697" y="2287010"/>
            <a:ext cx="256032" cy="109728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2">
            <a:extLst>
              <a:ext uri="{FF2B5EF4-FFF2-40B4-BE49-F238E27FC236}">
                <a16:creationId xmlns:a16="http://schemas.microsoft.com/office/drawing/2014/main" id="{64FCF313-E890-A4A5-5F32-69ECAE176C7D}"/>
              </a:ext>
            </a:extLst>
          </p:cNvPr>
          <p:cNvSpPr/>
          <p:nvPr/>
        </p:nvSpPr>
        <p:spPr>
          <a:xfrm>
            <a:off x="9060697" y="3444928"/>
            <a:ext cx="256032" cy="109728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67">
            <a:extLst>
              <a:ext uri="{FF2B5EF4-FFF2-40B4-BE49-F238E27FC236}">
                <a16:creationId xmlns:a16="http://schemas.microsoft.com/office/drawing/2014/main" id="{2AB3D2FA-AE74-E052-E9FC-F276A9B2F14D}"/>
              </a:ext>
            </a:extLst>
          </p:cNvPr>
          <p:cNvSpPr/>
          <p:nvPr/>
        </p:nvSpPr>
        <p:spPr>
          <a:xfrm>
            <a:off x="411480" y="6595184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boundary: Azure Subscription and Resource Group deployment model</a:t>
            </a:r>
            <a:endParaRPr lang="en-US" sz="1000" dirty="0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33B5C854-0377-E4B3-1466-C5AD06BDA2C5}"/>
              </a:ext>
            </a:extLst>
          </p:cNvPr>
          <p:cNvGrpSpPr/>
          <p:nvPr/>
        </p:nvGrpSpPr>
        <p:grpSpPr>
          <a:xfrm>
            <a:off x="6442805" y="3014289"/>
            <a:ext cx="2609754" cy="630936"/>
            <a:chOff x="5833872" y="2971799"/>
            <a:chExt cx="2609754" cy="630936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FE3E3A7-0425-FA88-06C8-DB4EAC6A2BE7}"/>
                </a:ext>
              </a:extLst>
            </p:cNvPr>
            <p:cNvGrpSpPr/>
            <p:nvPr/>
          </p:nvGrpSpPr>
          <p:grpSpPr>
            <a:xfrm>
              <a:off x="5833872" y="2971799"/>
              <a:ext cx="2609754" cy="630936"/>
              <a:chOff x="5833872" y="2971801"/>
              <a:chExt cx="2609754" cy="799186"/>
            </a:xfrm>
          </p:grpSpPr>
          <p:sp>
            <p:nvSpPr>
              <p:cNvPr id="41" name="Shape 32">
                <a:extLst>
                  <a:ext uri="{FF2B5EF4-FFF2-40B4-BE49-F238E27FC236}">
                    <a16:creationId xmlns:a16="http://schemas.microsoft.com/office/drawing/2014/main" id="{35F2024B-9C13-6AED-0279-81D61E56482C}"/>
                  </a:ext>
                </a:extLst>
              </p:cNvPr>
              <p:cNvSpPr/>
              <p:nvPr/>
            </p:nvSpPr>
            <p:spPr>
              <a:xfrm>
                <a:off x="5833872" y="2971801"/>
                <a:ext cx="2523791" cy="799186"/>
              </a:xfrm>
              <a:prstGeom prst="roundRect">
                <a:avLst>
                  <a:gd name="adj" fmla="val 6316"/>
                </a:avLst>
              </a:prstGeom>
              <a:solidFill>
                <a:srgbClr val="142132"/>
              </a:solidFill>
              <a:ln w="12700">
                <a:solidFill>
                  <a:srgbClr val="2A3F5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 33">
                <a:extLst>
                  <a:ext uri="{FF2B5EF4-FFF2-40B4-BE49-F238E27FC236}">
                    <a16:creationId xmlns:a16="http://schemas.microsoft.com/office/drawing/2014/main" id="{1091EC01-22C8-0F59-6C6E-88F8D75F9B88}"/>
                  </a:ext>
                </a:extLst>
              </p:cNvPr>
              <p:cNvSpPr/>
              <p:nvPr/>
            </p:nvSpPr>
            <p:spPr>
              <a:xfrm>
                <a:off x="6227063" y="3044952"/>
                <a:ext cx="2216563" cy="25524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>
                    <a:solidFill>
                      <a:srgbClr val="E8ECF0"/>
                    </a:solidFill>
                    <a:latin typeface="Segoe UI Semibold" pitchFamily="34" charset="0"/>
                    <a:ea typeface="Segoe UI Semibold" pitchFamily="34" charset="-122"/>
                    <a:cs typeface="Segoe UI Semibold" pitchFamily="34" charset="-120"/>
                  </a:rPr>
                  <a:t>Autonomous processing</a:t>
                </a:r>
                <a:endParaRPr lang="en-US" sz="1200"/>
              </a:p>
            </p:txBody>
          </p:sp>
          <p:sp>
            <p:nvSpPr>
              <p:cNvPr id="44" name="Text 34">
                <a:extLst>
                  <a:ext uri="{FF2B5EF4-FFF2-40B4-BE49-F238E27FC236}">
                    <a16:creationId xmlns:a16="http://schemas.microsoft.com/office/drawing/2014/main" id="{31FE6CAF-9D02-FFE0-FDEB-DB1CFDA7D8C4}"/>
                  </a:ext>
                </a:extLst>
              </p:cNvPr>
              <p:cNvSpPr/>
              <p:nvPr/>
            </p:nvSpPr>
            <p:spPr>
              <a:xfrm>
                <a:off x="6227064" y="3275267"/>
                <a:ext cx="1508760" cy="3809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171450" indent="-171450">
                  <a:buSzPts val="1000"/>
                  <a:buFont typeface="Arial" panose="020B0604020202020204" pitchFamily="34" charset="0"/>
                  <a:buChar char="•"/>
                </a:pPr>
                <a:r>
                  <a:rPr lang="en-US" sz="1000">
                    <a:solidFill>
                      <a:srgbClr val="8899AA"/>
                    </a:solidFill>
                    <a:latin typeface="Segoe UI" pitchFamily="34" charset="0"/>
                    <a:ea typeface="Segoe UI" pitchFamily="34" charset="-122"/>
                    <a:cs typeface="Segoe UI" pitchFamily="34" charset="-120"/>
                  </a:rPr>
                  <a:t>Agentic workflow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>
                    <a:solidFill>
                      <a:srgbClr val="8899AA"/>
                    </a:solidFill>
                    <a:latin typeface="Segoe UI" pitchFamily="34" charset="0"/>
                    <a:cs typeface="Segoe UI" panose="020B0502040204020203" pitchFamily="34" charset="0"/>
                  </a:rPr>
                  <a:t>Background processing</a:t>
                </a:r>
                <a:endParaRPr lang="en-US" sz="700"/>
              </a:p>
            </p:txBody>
          </p:sp>
        </p:grpSp>
        <p:pic>
          <p:nvPicPr>
            <p:cNvPr id="97" name="Foundry AI Icon" descr="Microsoft Foundry AI agent icon">
              <a:extLst>
                <a:ext uri="{FF2B5EF4-FFF2-40B4-BE49-F238E27FC236}">
                  <a16:creationId xmlns:a16="http://schemas.microsoft.com/office/drawing/2014/main" id="{B6A30158-AE7D-F80C-C4E2-E38FC5CDF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900798" y="3035808"/>
              <a:ext cx="274320" cy="27432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833D179-A067-90C1-312A-8E56DF1C8C6E}"/>
              </a:ext>
            </a:extLst>
          </p:cNvPr>
          <p:cNvGrpSpPr/>
          <p:nvPr/>
        </p:nvGrpSpPr>
        <p:grpSpPr>
          <a:xfrm>
            <a:off x="497702" y="1504188"/>
            <a:ext cx="1310175" cy="2450929"/>
            <a:chOff x="502920" y="1510856"/>
            <a:chExt cx="1079430" cy="2450925"/>
          </a:xfrm>
        </p:grpSpPr>
        <p:sp>
          <p:nvSpPr>
            <p:cNvPr id="92" name="Shape 26">
              <a:extLst>
                <a:ext uri="{FF2B5EF4-FFF2-40B4-BE49-F238E27FC236}">
                  <a16:creationId xmlns:a16="http://schemas.microsoft.com/office/drawing/2014/main" id="{4A90B66A-CBA3-3840-DC39-0281359031EF}"/>
                </a:ext>
              </a:extLst>
            </p:cNvPr>
            <p:cNvSpPr/>
            <p:nvPr/>
          </p:nvSpPr>
          <p:spPr>
            <a:xfrm>
              <a:off x="502920" y="1510856"/>
              <a:ext cx="1079430" cy="2450925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6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5AAA5114-5261-008A-7059-2C5CA5790C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0936" y="1593154"/>
              <a:ext cx="255059" cy="274320"/>
            </a:xfrm>
            <a:prstGeom prst="rect">
              <a:avLst/>
            </a:prstGeom>
          </p:spPr>
        </p:pic>
        <p:sp>
          <p:nvSpPr>
            <p:cNvPr id="103" name="Text 27">
              <a:extLst>
                <a:ext uri="{FF2B5EF4-FFF2-40B4-BE49-F238E27FC236}">
                  <a16:creationId xmlns:a16="http://schemas.microsoft.com/office/drawing/2014/main" id="{BDE6F27B-8967-45D1-4C6D-32C922B61C21}"/>
                </a:ext>
              </a:extLst>
            </p:cNvPr>
            <p:cNvSpPr/>
            <p:nvPr/>
          </p:nvSpPr>
          <p:spPr>
            <a:xfrm>
              <a:off x="594829" y="1979253"/>
              <a:ext cx="91430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M365 Mailbox</a:t>
              </a:r>
              <a:endParaRPr lang="en-US" sz="1200"/>
            </a:p>
          </p:txBody>
        </p:sp>
        <p:sp>
          <p:nvSpPr>
            <p:cNvPr id="105" name="Text 28">
              <a:extLst>
                <a:ext uri="{FF2B5EF4-FFF2-40B4-BE49-F238E27FC236}">
                  <a16:creationId xmlns:a16="http://schemas.microsoft.com/office/drawing/2014/main" id="{D25DADC7-649F-9EEB-92F4-663E056BE6DF}"/>
                </a:ext>
              </a:extLst>
            </p:cNvPr>
            <p:cNvSpPr/>
            <p:nvPr/>
          </p:nvSpPr>
          <p:spPr>
            <a:xfrm>
              <a:off x="602830" y="2386395"/>
              <a:ext cx="781513" cy="9372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Hourly large volume of emails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Access via MS Graph API</a:t>
              </a:r>
              <a:endParaRPr lang="en-US" sz="1000" dirty="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Secured access</a:t>
              </a:r>
              <a:endParaRPr lang="en-US" sz="1000" dirty="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FB1CE96C-CBA9-78C1-AADD-ECEC7271536F}"/>
              </a:ext>
            </a:extLst>
          </p:cNvPr>
          <p:cNvGrpSpPr/>
          <p:nvPr/>
        </p:nvGrpSpPr>
        <p:grpSpPr>
          <a:xfrm>
            <a:off x="2107173" y="1820938"/>
            <a:ext cx="825674" cy="1690220"/>
            <a:chOff x="2039156" y="1875802"/>
            <a:chExt cx="688195" cy="169022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18DB0CE0-420B-3C61-91B1-0A68A1B36E60}"/>
                </a:ext>
              </a:extLst>
            </p:cNvPr>
            <p:cNvGrpSpPr/>
            <p:nvPr/>
          </p:nvGrpSpPr>
          <p:grpSpPr>
            <a:xfrm rot="16200000">
              <a:off x="1538144" y="2376814"/>
              <a:ext cx="1690220" cy="688195"/>
              <a:chOff x="3611880" y="1481329"/>
              <a:chExt cx="1541692" cy="511429"/>
            </a:xfrm>
          </p:grpSpPr>
          <p:sp>
            <p:nvSpPr>
              <p:cNvPr id="25" name="Shape 20">
                <a:extLst>
                  <a:ext uri="{FF2B5EF4-FFF2-40B4-BE49-F238E27FC236}">
                    <a16:creationId xmlns:a16="http://schemas.microsoft.com/office/drawing/2014/main" id="{38307DE4-7734-25F5-A34B-E29B0DF31E6E}"/>
                  </a:ext>
                </a:extLst>
              </p:cNvPr>
              <p:cNvSpPr/>
              <p:nvPr/>
            </p:nvSpPr>
            <p:spPr>
              <a:xfrm>
                <a:off x="3611880" y="1481329"/>
                <a:ext cx="1541692" cy="511429"/>
              </a:xfrm>
              <a:prstGeom prst="roundRect">
                <a:avLst>
                  <a:gd name="adj" fmla="val 8000"/>
                </a:avLst>
              </a:prstGeom>
              <a:solidFill>
                <a:srgbClr val="142132"/>
              </a:solidFill>
              <a:ln w="12700">
                <a:solidFill>
                  <a:srgbClr val="2A3F55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 21">
                <a:extLst>
                  <a:ext uri="{FF2B5EF4-FFF2-40B4-BE49-F238E27FC236}">
                    <a16:creationId xmlns:a16="http://schemas.microsoft.com/office/drawing/2014/main" id="{DA151E7D-16B8-CC5E-9D2D-B92AA2ED5946}"/>
                  </a:ext>
                </a:extLst>
              </p:cNvPr>
              <p:cNvSpPr/>
              <p:nvPr/>
            </p:nvSpPr>
            <p:spPr>
              <a:xfrm>
                <a:off x="3927074" y="1547370"/>
                <a:ext cx="1120581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>
                    <a:solidFill>
                      <a:srgbClr val="E8ECF0"/>
                    </a:solidFill>
                    <a:latin typeface="Segoe UI Semibold" pitchFamily="34" charset="0"/>
                    <a:ea typeface="Segoe UI Semibold" pitchFamily="34" charset="-122"/>
                    <a:cs typeface="Segoe UI Semibold" pitchFamily="34" charset="-120"/>
                  </a:rPr>
                  <a:t>Azure Service Bus</a:t>
                </a:r>
                <a:endParaRPr lang="en-US" sz="1200"/>
              </a:p>
            </p:txBody>
          </p:sp>
          <p:sp>
            <p:nvSpPr>
              <p:cNvPr id="28" name="Text 22">
                <a:extLst>
                  <a:ext uri="{FF2B5EF4-FFF2-40B4-BE49-F238E27FC236}">
                    <a16:creationId xmlns:a16="http://schemas.microsoft.com/office/drawing/2014/main" id="{257A4882-A239-F237-FE3C-AEE2615255A8}"/>
                  </a:ext>
                </a:extLst>
              </p:cNvPr>
              <p:cNvSpPr/>
              <p:nvPr/>
            </p:nvSpPr>
            <p:spPr>
              <a:xfrm>
                <a:off x="3940922" y="1750923"/>
                <a:ext cx="1051457" cy="10058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171450" indent="-171450">
                  <a:buSzPts val="1000"/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rgbClr val="8899AA"/>
                    </a:solidFill>
                    <a:latin typeface="Segoe UI" pitchFamily="34" charset="0"/>
                    <a:ea typeface="Segoe UI" pitchFamily="34" charset="-122"/>
                    <a:cs typeface="Segoe UI" pitchFamily="34" charset="-120"/>
                  </a:rPr>
                  <a:t>Event transport</a:t>
                </a:r>
                <a:endParaRPr lang="en-US" sz="1000" dirty="0"/>
              </a:p>
            </p:txBody>
          </p:sp>
        </p:grp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A0AA1C45-DCC8-1DE1-1C93-8905ABE39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5742" t="11476" r="9172"/>
            <a:stretch>
              <a:fillRect/>
            </a:stretch>
          </p:blipFill>
          <p:spPr>
            <a:xfrm rot="16200000">
              <a:off x="2101463" y="3262470"/>
              <a:ext cx="246888" cy="243870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4C5B1B9-B291-DA45-369B-0C2658583A70}"/>
              </a:ext>
            </a:extLst>
          </p:cNvPr>
          <p:cNvGrpSpPr/>
          <p:nvPr/>
        </p:nvGrpSpPr>
        <p:grpSpPr>
          <a:xfrm>
            <a:off x="2221211" y="4132524"/>
            <a:ext cx="1771408" cy="453548"/>
            <a:chOff x="2239486" y="4113327"/>
            <a:chExt cx="1771408" cy="453548"/>
          </a:xfrm>
        </p:grpSpPr>
        <p:sp>
          <p:nvSpPr>
            <p:cNvPr id="119" name="Shape 26">
              <a:extLst>
                <a:ext uri="{FF2B5EF4-FFF2-40B4-BE49-F238E27FC236}">
                  <a16:creationId xmlns:a16="http://schemas.microsoft.com/office/drawing/2014/main" id="{0C836152-DEB8-BC53-6651-3AA23EBB34F1}"/>
                </a:ext>
              </a:extLst>
            </p:cNvPr>
            <p:cNvSpPr/>
            <p:nvPr/>
          </p:nvSpPr>
          <p:spPr>
            <a:xfrm>
              <a:off x="2239486" y="4113327"/>
              <a:ext cx="1771408" cy="453548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1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EBAF7FDE-7A07-CFDE-8FE1-689A479AA7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07502" y="4169477"/>
              <a:ext cx="187457" cy="201612"/>
            </a:xfrm>
            <a:prstGeom prst="rect">
              <a:avLst/>
            </a:prstGeom>
          </p:spPr>
        </p:pic>
        <p:sp>
          <p:nvSpPr>
            <p:cNvPr id="122" name="Text 27">
              <a:extLst>
                <a:ext uri="{FF2B5EF4-FFF2-40B4-BE49-F238E27FC236}">
                  <a16:creationId xmlns:a16="http://schemas.microsoft.com/office/drawing/2014/main" id="{1CE701F1-BBB0-3BD8-640C-DB4F5BA01D97}"/>
                </a:ext>
              </a:extLst>
            </p:cNvPr>
            <p:cNvSpPr/>
            <p:nvPr/>
          </p:nvSpPr>
          <p:spPr>
            <a:xfrm>
              <a:off x="2605071" y="4160106"/>
              <a:ext cx="1405823" cy="1855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Blob</a:t>
              </a:r>
              <a:endParaRPr lang="en-US" sz="1200"/>
            </a:p>
          </p:txBody>
        </p:sp>
        <p:sp>
          <p:nvSpPr>
            <p:cNvPr id="123" name="Text 28">
              <a:extLst>
                <a:ext uri="{FF2B5EF4-FFF2-40B4-BE49-F238E27FC236}">
                  <a16:creationId xmlns:a16="http://schemas.microsoft.com/office/drawing/2014/main" id="{02795ED0-3960-384B-7F4F-BCE2F672D76F}"/>
                </a:ext>
              </a:extLst>
            </p:cNvPr>
            <p:cNvSpPr/>
            <p:nvPr/>
          </p:nvSpPr>
          <p:spPr>
            <a:xfrm>
              <a:off x="2605072" y="4347500"/>
              <a:ext cx="1090070" cy="1725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Raw content</a:t>
              </a:r>
            </a:p>
          </p:txBody>
        </p:sp>
      </p:grpSp>
      <p:sp>
        <p:nvSpPr>
          <p:cNvPr id="112" name="Shape 59">
            <a:extLst>
              <a:ext uri="{FF2B5EF4-FFF2-40B4-BE49-F238E27FC236}">
                <a16:creationId xmlns:a16="http://schemas.microsoft.com/office/drawing/2014/main" id="{53F3C587-3EB2-6169-0098-B95F00F1513E}"/>
              </a:ext>
            </a:extLst>
          </p:cNvPr>
          <p:cNvSpPr/>
          <p:nvPr/>
        </p:nvSpPr>
        <p:spPr>
          <a:xfrm flipH="1">
            <a:off x="2893549" y="1920323"/>
            <a:ext cx="379495" cy="104526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Shape 59">
            <a:extLst>
              <a:ext uri="{FF2B5EF4-FFF2-40B4-BE49-F238E27FC236}">
                <a16:creationId xmlns:a16="http://schemas.microsoft.com/office/drawing/2014/main" id="{3715C44C-BBC7-D0F6-3CC6-D663D8D8F457}"/>
              </a:ext>
            </a:extLst>
          </p:cNvPr>
          <p:cNvSpPr/>
          <p:nvPr/>
        </p:nvSpPr>
        <p:spPr>
          <a:xfrm flipH="1">
            <a:off x="2893548" y="2638563"/>
            <a:ext cx="379495" cy="104526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0" name="Shape 59">
            <a:extLst>
              <a:ext uri="{FF2B5EF4-FFF2-40B4-BE49-F238E27FC236}">
                <a16:creationId xmlns:a16="http://schemas.microsoft.com/office/drawing/2014/main" id="{B7E26B4B-1B04-4842-4BAB-C51BA5D3A03F}"/>
              </a:ext>
            </a:extLst>
          </p:cNvPr>
          <p:cNvSpPr/>
          <p:nvPr/>
        </p:nvSpPr>
        <p:spPr>
          <a:xfrm rot="10800000" flipH="1">
            <a:off x="2893549" y="2796319"/>
            <a:ext cx="379495" cy="104526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4" name="Shape 59">
            <a:extLst>
              <a:ext uri="{FF2B5EF4-FFF2-40B4-BE49-F238E27FC236}">
                <a16:creationId xmlns:a16="http://schemas.microsoft.com/office/drawing/2014/main" id="{06FFE2C6-BFBE-F2F4-B1C2-F79A13C1B06B}"/>
              </a:ext>
            </a:extLst>
          </p:cNvPr>
          <p:cNvSpPr/>
          <p:nvPr/>
        </p:nvSpPr>
        <p:spPr>
          <a:xfrm rot="10800000" flipH="1">
            <a:off x="2893549" y="3284749"/>
            <a:ext cx="379495" cy="104526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6D5C5F4-B1F7-946C-0E45-4E8638B932E5}"/>
              </a:ext>
            </a:extLst>
          </p:cNvPr>
          <p:cNvGrpSpPr/>
          <p:nvPr/>
        </p:nvGrpSpPr>
        <p:grpSpPr>
          <a:xfrm>
            <a:off x="332859" y="4132524"/>
            <a:ext cx="1813560" cy="457603"/>
            <a:chOff x="351133" y="4113327"/>
            <a:chExt cx="1813560" cy="457603"/>
          </a:xfrm>
        </p:grpSpPr>
        <p:sp>
          <p:nvSpPr>
            <p:cNvPr id="128" name="Shape 26">
              <a:extLst>
                <a:ext uri="{FF2B5EF4-FFF2-40B4-BE49-F238E27FC236}">
                  <a16:creationId xmlns:a16="http://schemas.microsoft.com/office/drawing/2014/main" id="{E1FF9994-1275-1BA6-F812-91CBD9C272C8}"/>
                </a:ext>
              </a:extLst>
            </p:cNvPr>
            <p:cNvSpPr/>
            <p:nvPr/>
          </p:nvSpPr>
          <p:spPr>
            <a:xfrm>
              <a:off x="351133" y="4113327"/>
              <a:ext cx="1813560" cy="457603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9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965C0D30-6A65-958B-03A5-558579DDF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9149" y="4169477"/>
              <a:ext cx="187457" cy="201613"/>
            </a:xfrm>
            <a:prstGeom prst="rect">
              <a:avLst/>
            </a:prstGeom>
          </p:spPr>
        </p:pic>
        <p:sp>
          <p:nvSpPr>
            <p:cNvPr id="130" name="Text 27">
              <a:extLst>
                <a:ext uri="{FF2B5EF4-FFF2-40B4-BE49-F238E27FC236}">
                  <a16:creationId xmlns:a16="http://schemas.microsoft.com/office/drawing/2014/main" id="{0DC0594C-C84D-F72D-AED9-E56E0A7EBC0C}"/>
                </a:ext>
              </a:extLst>
            </p:cNvPr>
            <p:cNvSpPr/>
            <p:nvPr/>
          </p:nvSpPr>
          <p:spPr>
            <a:xfrm>
              <a:off x="716718" y="4160106"/>
              <a:ext cx="1406670" cy="1633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Table</a:t>
              </a:r>
              <a:endParaRPr lang="en-US" sz="1200"/>
            </a:p>
          </p:txBody>
        </p:sp>
        <p:sp>
          <p:nvSpPr>
            <p:cNvPr id="131" name="Text 28">
              <a:extLst>
                <a:ext uri="{FF2B5EF4-FFF2-40B4-BE49-F238E27FC236}">
                  <a16:creationId xmlns:a16="http://schemas.microsoft.com/office/drawing/2014/main" id="{A1FE7BF3-7919-4421-A80E-7700423D3AD4}"/>
                </a:ext>
              </a:extLst>
            </p:cNvPr>
            <p:cNvSpPr/>
            <p:nvPr/>
          </p:nvSpPr>
          <p:spPr>
            <a:xfrm>
              <a:off x="716719" y="4347500"/>
              <a:ext cx="1196052" cy="142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Conversation ids</a:t>
              </a:r>
              <a:endParaRPr lang="en-US" sz="700">
                <a:solidFill>
                  <a:srgbClr val="8899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7F9557EE-701B-8BEB-2708-37E9FD1FF8E5}"/>
              </a:ext>
            </a:extLst>
          </p:cNvPr>
          <p:cNvGrpSpPr/>
          <p:nvPr/>
        </p:nvGrpSpPr>
        <p:grpSpPr>
          <a:xfrm>
            <a:off x="4067412" y="4132524"/>
            <a:ext cx="1903634" cy="457603"/>
            <a:chOff x="4085686" y="4113327"/>
            <a:chExt cx="1903634" cy="457603"/>
          </a:xfrm>
        </p:grpSpPr>
        <p:sp>
          <p:nvSpPr>
            <p:cNvPr id="133" name="Shape 26">
              <a:extLst>
                <a:ext uri="{FF2B5EF4-FFF2-40B4-BE49-F238E27FC236}">
                  <a16:creationId xmlns:a16="http://schemas.microsoft.com/office/drawing/2014/main" id="{479431C7-79BD-658C-E0B5-294561E02860}"/>
                </a:ext>
              </a:extLst>
            </p:cNvPr>
            <p:cNvSpPr/>
            <p:nvPr/>
          </p:nvSpPr>
          <p:spPr>
            <a:xfrm>
              <a:off x="4085686" y="4113327"/>
              <a:ext cx="1903634" cy="457603"/>
            </a:xfrm>
            <a:prstGeom prst="roundRect">
              <a:avLst>
                <a:gd name="adj" fmla="val 8000"/>
              </a:avLst>
            </a:prstGeom>
            <a:solidFill>
              <a:srgbClr val="142132"/>
            </a:solidFill>
            <a:ln w="12700">
              <a:solidFill>
                <a:srgbClr val="2A3F5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4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CA3524E5-3774-97B4-01DD-F25728C618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53701" y="4169477"/>
              <a:ext cx="187457" cy="206588"/>
            </a:xfrm>
            <a:prstGeom prst="rect">
              <a:avLst/>
            </a:prstGeom>
          </p:spPr>
        </p:pic>
        <p:sp>
          <p:nvSpPr>
            <p:cNvPr id="135" name="Text 27">
              <a:extLst>
                <a:ext uri="{FF2B5EF4-FFF2-40B4-BE49-F238E27FC236}">
                  <a16:creationId xmlns:a16="http://schemas.microsoft.com/office/drawing/2014/main" id="{227A5A9F-3B9B-0FCD-FC1E-5B738DE18CAC}"/>
                </a:ext>
              </a:extLst>
            </p:cNvPr>
            <p:cNvSpPr/>
            <p:nvPr/>
          </p:nvSpPr>
          <p:spPr>
            <a:xfrm>
              <a:off x="4451271" y="4160106"/>
              <a:ext cx="1500768" cy="166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>
                  <a:solidFill>
                    <a:srgbClr val="E8ECF0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Queue</a:t>
              </a:r>
              <a:endParaRPr lang="en-US" sz="1200"/>
            </a:p>
          </p:txBody>
        </p:sp>
        <p:sp>
          <p:nvSpPr>
            <p:cNvPr id="136" name="Text 28">
              <a:extLst>
                <a:ext uri="{FF2B5EF4-FFF2-40B4-BE49-F238E27FC236}">
                  <a16:creationId xmlns:a16="http://schemas.microsoft.com/office/drawing/2014/main" id="{4D77666F-8DF8-55DB-7843-A3943C5D9ACD}"/>
                </a:ext>
              </a:extLst>
            </p:cNvPr>
            <p:cNvSpPr/>
            <p:nvPr/>
          </p:nvSpPr>
          <p:spPr>
            <a:xfrm>
              <a:off x="4451271" y="4347500"/>
              <a:ext cx="1057669" cy="189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rgbClr val="8899A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States</a:t>
              </a:r>
            </a:p>
          </p:txBody>
        </p:sp>
      </p:grpSp>
      <p:sp>
        <p:nvSpPr>
          <p:cNvPr id="143" name="Shape 59">
            <a:extLst>
              <a:ext uri="{FF2B5EF4-FFF2-40B4-BE49-F238E27FC236}">
                <a16:creationId xmlns:a16="http://schemas.microsoft.com/office/drawing/2014/main" id="{83AC7DB0-9815-D9FB-BD6D-451CB29A7A3B}"/>
              </a:ext>
            </a:extLst>
          </p:cNvPr>
          <p:cNvSpPr/>
          <p:nvPr/>
        </p:nvSpPr>
        <p:spPr>
          <a:xfrm flipH="1">
            <a:off x="1719011" y="1618570"/>
            <a:ext cx="1534982" cy="100584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5" name="Shape 59">
            <a:extLst>
              <a:ext uri="{FF2B5EF4-FFF2-40B4-BE49-F238E27FC236}">
                <a16:creationId xmlns:a16="http://schemas.microsoft.com/office/drawing/2014/main" id="{6BCDD89C-5F6E-4CAF-83E7-026F6CDB294E}"/>
              </a:ext>
            </a:extLst>
          </p:cNvPr>
          <p:cNvSpPr/>
          <p:nvPr/>
        </p:nvSpPr>
        <p:spPr>
          <a:xfrm flipH="1">
            <a:off x="1708834" y="3770708"/>
            <a:ext cx="1534982" cy="100584"/>
          </a:xfrm>
          <a:prstGeom prst="chevron">
            <a:avLst/>
          </a:prstGeom>
          <a:solidFill>
            <a:srgbClr val="B8923A"/>
          </a:solidFill>
          <a:ln w="6350">
            <a:solidFill>
              <a:srgbClr val="B892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5993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04BFB5-578C-17AD-A8D8-3D1625AF2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30EBF2-87C9-D66E-1AE1-497492F31645}"/>
              </a:ext>
            </a:extLst>
          </p:cNvPr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3A5B"/>
          </a:solidFill>
          <a:ln w="12700">
            <a:solidFill>
              <a:srgbClr val="0F3A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CE2F0F-9AE7-9472-36AF-22EFEA6D3BAC}"/>
              </a:ext>
            </a:extLst>
          </p:cNvPr>
          <p:cNvSpPr/>
          <p:nvPr/>
        </p:nvSpPr>
        <p:spPr>
          <a:xfrm>
            <a:off x="411480" y="182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Extract-Insight-Action | Enterprise Azure Reference Architecture</a:t>
            </a:r>
            <a:endParaRPr lang="en-US" sz="1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5B2FAC4-5853-1675-04FA-32B5899D46F1}"/>
              </a:ext>
            </a:extLst>
          </p:cNvPr>
          <p:cNvSpPr/>
          <p:nvPr/>
        </p:nvSpPr>
        <p:spPr>
          <a:xfrm>
            <a:off x="411480" y="51206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topology with identity, messaging, AI enrichment, and review workflows</a:t>
            </a: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195CC4F-968B-7536-8085-17136EB005B6}"/>
              </a:ext>
            </a:extLst>
          </p:cNvPr>
          <p:cNvSpPr/>
          <p:nvPr/>
        </p:nvSpPr>
        <p:spPr>
          <a:xfrm>
            <a:off x="233838" y="1042416"/>
            <a:ext cx="5822487" cy="366674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B47702-6B49-5878-2A6D-A7DAEE0EB73E}"/>
              </a:ext>
            </a:extLst>
          </p:cNvPr>
          <p:cNvSpPr/>
          <p:nvPr/>
        </p:nvSpPr>
        <p:spPr>
          <a:xfrm>
            <a:off x="502920" y="11521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4D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Ingestion &amp; Extraction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DB12590-B124-4F80-626F-ADA4519CC92B}"/>
              </a:ext>
            </a:extLst>
          </p:cNvPr>
          <p:cNvSpPr/>
          <p:nvPr/>
        </p:nvSpPr>
        <p:spPr>
          <a:xfrm>
            <a:off x="6201999" y="1042416"/>
            <a:ext cx="2960289" cy="3666744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B55140-7BFB-582E-D94F-772F04D049D6}"/>
              </a:ext>
            </a:extLst>
          </p:cNvPr>
          <p:cNvSpPr/>
          <p:nvPr/>
        </p:nvSpPr>
        <p:spPr>
          <a:xfrm>
            <a:off x="6365500" y="1124712"/>
            <a:ext cx="19783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4D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Insight Processing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56F7BF4-F4F6-CAD8-4853-2286D7C4D1AF}"/>
              </a:ext>
            </a:extLst>
          </p:cNvPr>
          <p:cNvSpPr/>
          <p:nvPr/>
        </p:nvSpPr>
        <p:spPr>
          <a:xfrm>
            <a:off x="9298452" y="1042416"/>
            <a:ext cx="2588748" cy="3666744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8A22178-2C75-423C-51CF-FFFAABDACA90}"/>
              </a:ext>
            </a:extLst>
          </p:cNvPr>
          <p:cNvSpPr/>
          <p:nvPr/>
        </p:nvSpPr>
        <p:spPr>
          <a:xfrm>
            <a:off x="9429687" y="1152144"/>
            <a:ext cx="17512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4D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 &amp; Action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5099B91-1E8A-FE67-2DD5-F4FE2F8A272D}"/>
              </a:ext>
            </a:extLst>
          </p:cNvPr>
          <p:cNvSpPr/>
          <p:nvPr/>
        </p:nvSpPr>
        <p:spPr>
          <a:xfrm>
            <a:off x="233838" y="4800600"/>
            <a:ext cx="1165336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6FCB0EF-1F7B-9355-9D47-1736CBDD8E5E}"/>
              </a:ext>
            </a:extLst>
          </p:cNvPr>
          <p:cNvSpPr/>
          <p:nvPr/>
        </p:nvSpPr>
        <p:spPr>
          <a:xfrm>
            <a:off x="502920" y="4967240"/>
            <a:ext cx="11201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4D6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Identity, Secrets, and Platform Controls</a:t>
            </a:r>
            <a:endParaRPr lang="en-US" sz="1400" dirty="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6899C10E-A9C1-1DD7-B895-FD0AB503BEBA}"/>
              </a:ext>
            </a:extLst>
          </p:cNvPr>
          <p:cNvGrpSpPr/>
          <p:nvPr/>
        </p:nvGrpSpPr>
        <p:grpSpPr>
          <a:xfrm>
            <a:off x="3181921" y="1307635"/>
            <a:ext cx="2286000" cy="790956"/>
            <a:chOff x="530352" y="1481328"/>
            <a:chExt cx="2286000" cy="790956"/>
          </a:xfrm>
        </p:grpSpPr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94B86E03-6741-D12C-02BB-FFC8CD8780E5}"/>
                </a:ext>
              </a:extLst>
            </p:cNvPr>
            <p:cNvSpPr/>
            <p:nvPr/>
          </p:nvSpPr>
          <p:spPr>
            <a:xfrm>
              <a:off x="530352" y="1481328"/>
              <a:ext cx="2286000" cy="790956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4" name="Azure Function Icon" descr="Azure Functions icon">
              <a:extLst>
                <a:ext uri="{FF2B5EF4-FFF2-40B4-BE49-F238E27FC236}">
                  <a16:creationId xmlns:a16="http://schemas.microsoft.com/office/drawing/2014/main" id="{9C6CBCB9-A598-2A96-A19D-9F3D587DE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1563624"/>
              <a:ext cx="274320" cy="274320"/>
            </a:xfrm>
            <a:prstGeom prst="rect">
              <a:avLst/>
            </a:prstGeom>
          </p:spPr>
        </p:pic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EED365FC-1449-B5D4-BD13-A8EAE423A941}"/>
                </a:ext>
              </a:extLst>
            </p:cNvPr>
            <p:cNvSpPr/>
            <p:nvPr/>
          </p:nvSpPr>
          <p:spPr>
            <a:xfrm>
              <a:off x="923544" y="1554480"/>
              <a:ext cx="184708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Mailbox to Queue</a:t>
              </a:r>
              <a:endParaRPr lang="en-US" sz="1200" dirty="0"/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D2082B98-B5F7-7138-ED44-03F4E2D3CC8C}"/>
                </a:ext>
              </a:extLst>
            </p:cNvPr>
            <p:cNvSpPr/>
            <p:nvPr/>
          </p:nvSpPr>
          <p:spPr>
            <a:xfrm>
              <a:off x="923544" y="1737360"/>
              <a:ext cx="1828800" cy="4617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Poll mailbox for new emails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Publish new msg ids in Service Bus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E8AFD54-E035-1E10-8F67-30ABD0FFD0CE}"/>
              </a:ext>
            </a:extLst>
          </p:cNvPr>
          <p:cNvGrpSpPr/>
          <p:nvPr/>
        </p:nvGrpSpPr>
        <p:grpSpPr>
          <a:xfrm>
            <a:off x="3208909" y="2313432"/>
            <a:ext cx="2286000" cy="737386"/>
            <a:chOff x="530352" y="2350008"/>
            <a:chExt cx="2286000" cy="737386"/>
          </a:xfrm>
        </p:grpSpPr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74AE33D3-7177-900A-47B7-C84F253FE8B6}"/>
                </a:ext>
              </a:extLst>
            </p:cNvPr>
            <p:cNvSpPr/>
            <p:nvPr/>
          </p:nvSpPr>
          <p:spPr>
            <a:xfrm>
              <a:off x="530352" y="2350008"/>
              <a:ext cx="2286000" cy="737386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8" name="Azure Function Icon 2" descr="Azure Functions icon">
              <a:extLst>
                <a:ext uri="{FF2B5EF4-FFF2-40B4-BE49-F238E27FC236}">
                  <a16:creationId xmlns:a16="http://schemas.microsoft.com/office/drawing/2014/main" id="{DB62725C-EB58-B34F-1D72-DAC35572B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2432304"/>
              <a:ext cx="274320" cy="274320"/>
            </a:xfrm>
            <a:prstGeom prst="rect">
              <a:avLst/>
            </a:prstGeom>
          </p:spPr>
        </p:pic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80A6B6F5-E7FC-FC7E-FE54-A1EBC73EC7C7}"/>
                </a:ext>
              </a:extLst>
            </p:cNvPr>
            <p:cNvSpPr/>
            <p:nvPr/>
          </p:nvSpPr>
          <p:spPr>
            <a:xfrm>
              <a:off x="923543" y="2423160"/>
              <a:ext cx="1801813" cy="17428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Queue Orchestration</a:t>
              </a:r>
              <a:endParaRPr lang="en-US" sz="1200" dirty="0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DD9F4B9D-59A4-E8AE-EC24-7852F53913D4}"/>
                </a:ext>
              </a:extLst>
            </p:cNvPr>
            <p:cNvSpPr/>
            <p:nvPr/>
          </p:nvSpPr>
          <p:spPr>
            <a:xfrm>
              <a:off x="923544" y="2606040"/>
              <a:ext cx="18288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Coordinates extraction pipeline</a:t>
              </a:r>
              <a:endParaRPr lang="en-US" sz="1000" dirty="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B4560FB-9EDD-2F9E-EA7D-2FFDF347CEE4}"/>
              </a:ext>
            </a:extLst>
          </p:cNvPr>
          <p:cNvGrpSpPr/>
          <p:nvPr/>
        </p:nvGrpSpPr>
        <p:grpSpPr>
          <a:xfrm>
            <a:off x="3199892" y="3241927"/>
            <a:ext cx="2286000" cy="749909"/>
            <a:chOff x="530352" y="3218687"/>
            <a:chExt cx="2286000" cy="749909"/>
          </a:xfrm>
        </p:grpSpPr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BF7DD06C-3DCE-B019-E352-FC4DE503B822}"/>
                </a:ext>
              </a:extLst>
            </p:cNvPr>
            <p:cNvSpPr/>
            <p:nvPr/>
          </p:nvSpPr>
          <p:spPr>
            <a:xfrm>
              <a:off x="530352" y="3218687"/>
              <a:ext cx="2286000" cy="749909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2" name="Azure Function Icon 3" descr="Azure Functions icon">
              <a:extLst>
                <a:ext uri="{FF2B5EF4-FFF2-40B4-BE49-F238E27FC236}">
                  <a16:creationId xmlns:a16="http://schemas.microsoft.com/office/drawing/2014/main" id="{26940819-04AA-D6DC-8666-B38588D9B0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504" y="3300984"/>
              <a:ext cx="274320" cy="274320"/>
            </a:xfrm>
            <a:prstGeom prst="rect">
              <a:avLst/>
            </a:prstGeom>
          </p:spPr>
        </p:pic>
        <p:sp>
          <p:nvSpPr>
            <p:cNvPr id="23" name="Text 18">
              <a:extLst>
                <a:ext uri="{FF2B5EF4-FFF2-40B4-BE49-F238E27FC236}">
                  <a16:creationId xmlns:a16="http://schemas.microsoft.com/office/drawing/2014/main" id="{6C580240-BF3B-56F3-3F44-AFE759EC48E4}"/>
                </a:ext>
              </a:extLst>
            </p:cNvPr>
            <p:cNvSpPr/>
            <p:nvPr/>
          </p:nvSpPr>
          <p:spPr>
            <a:xfrm>
              <a:off x="923544" y="3291840"/>
              <a:ext cx="184708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CU Queue to DB</a:t>
              </a:r>
              <a:endParaRPr lang="en-US" sz="1200" dirty="0"/>
            </a:p>
          </p:txBody>
        </p:sp>
        <p:sp>
          <p:nvSpPr>
            <p:cNvPr id="24" name="Text 19">
              <a:extLst>
                <a:ext uri="{FF2B5EF4-FFF2-40B4-BE49-F238E27FC236}">
                  <a16:creationId xmlns:a16="http://schemas.microsoft.com/office/drawing/2014/main" id="{4717BDB6-BF17-D0C0-F662-6111F3605464}"/>
                </a:ext>
              </a:extLst>
            </p:cNvPr>
            <p:cNvSpPr/>
            <p:nvPr/>
          </p:nvSpPr>
          <p:spPr>
            <a:xfrm>
              <a:off x="923544" y="3474720"/>
              <a:ext cx="18288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Read new emails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Persists CU analysis output</a:t>
              </a:r>
              <a:endParaRPr lang="en-US" sz="700" dirty="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7EFF8391-3325-9A59-054B-184C4B3359E8}"/>
              </a:ext>
            </a:extLst>
          </p:cNvPr>
          <p:cNvGrpSpPr/>
          <p:nvPr/>
        </p:nvGrpSpPr>
        <p:grpSpPr>
          <a:xfrm>
            <a:off x="6440943" y="2289232"/>
            <a:ext cx="2525653" cy="621241"/>
            <a:chOff x="3611880" y="2350007"/>
            <a:chExt cx="2760597" cy="621241"/>
          </a:xfrm>
        </p:grpSpPr>
        <p:sp>
          <p:nvSpPr>
            <p:cNvPr id="29" name="Shape 23">
              <a:extLst>
                <a:ext uri="{FF2B5EF4-FFF2-40B4-BE49-F238E27FC236}">
                  <a16:creationId xmlns:a16="http://schemas.microsoft.com/office/drawing/2014/main" id="{E82B48CB-080F-8729-965A-A3E52B5DA7A0}"/>
                </a:ext>
              </a:extLst>
            </p:cNvPr>
            <p:cNvSpPr/>
            <p:nvPr/>
          </p:nvSpPr>
          <p:spPr>
            <a:xfrm>
              <a:off x="3611880" y="2350007"/>
              <a:ext cx="2760597" cy="621241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" name="Image 4" descr="C:\Users\tibarar\OneDrive - Microsoft\Desktop\MyProjects\extract-insight-action\artifacts\ppt-icons\10121-icon-service-Azure-Cosmos-DB.svg">
              <a:extLst>
                <a:ext uri="{FF2B5EF4-FFF2-40B4-BE49-F238E27FC236}">
                  <a16:creationId xmlns:a16="http://schemas.microsoft.com/office/drawing/2014/main" id="{BAABAE5B-268D-C632-76B4-1A55D61C1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685032" y="2432304"/>
              <a:ext cx="274320" cy="274320"/>
            </a:xfrm>
            <a:prstGeom prst="rect">
              <a:avLst/>
            </a:prstGeom>
          </p:spPr>
        </p:pic>
        <p:sp>
          <p:nvSpPr>
            <p:cNvPr id="31" name="Text 24">
              <a:extLst>
                <a:ext uri="{FF2B5EF4-FFF2-40B4-BE49-F238E27FC236}">
                  <a16:creationId xmlns:a16="http://schemas.microsoft.com/office/drawing/2014/main" id="{CF944B74-1249-AA3C-3548-AF80FC01752C}"/>
                </a:ext>
              </a:extLst>
            </p:cNvPr>
            <p:cNvSpPr/>
            <p:nvPr/>
          </p:nvSpPr>
          <p:spPr>
            <a:xfrm>
              <a:off x="4005072" y="2423160"/>
              <a:ext cx="170992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Cosmos DB</a:t>
              </a:r>
              <a:endParaRPr lang="en-US" sz="1200" dirty="0"/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E8B92976-8971-D74C-FA4B-086396054F01}"/>
                </a:ext>
              </a:extLst>
            </p:cNvPr>
            <p:cNvSpPr/>
            <p:nvPr/>
          </p:nvSpPr>
          <p:spPr>
            <a:xfrm>
              <a:off x="4005072" y="2606040"/>
              <a:ext cx="169164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Email + attachments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insight data store</a:t>
              </a:r>
              <a:endParaRPr lang="en-US" sz="700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E5A38A4-05AD-8856-A50E-8D1727BCF628}"/>
              </a:ext>
            </a:extLst>
          </p:cNvPr>
          <p:cNvGrpSpPr/>
          <p:nvPr/>
        </p:nvGrpSpPr>
        <p:grpSpPr>
          <a:xfrm>
            <a:off x="6440012" y="3749040"/>
            <a:ext cx="2657980" cy="777240"/>
            <a:chOff x="3611881" y="3218688"/>
            <a:chExt cx="2103119" cy="777240"/>
          </a:xfrm>
        </p:grpSpPr>
        <p:sp>
          <p:nvSpPr>
            <p:cNvPr id="33" name="Shape 26">
              <a:extLst>
                <a:ext uri="{FF2B5EF4-FFF2-40B4-BE49-F238E27FC236}">
                  <a16:creationId xmlns:a16="http://schemas.microsoft.com/office/drawing/2014/main" id="{5500BCCC-AA21-70D9-7983-A0373DA38F60}"/>
                </a:ext>
              </a:extLst>
            </p:cNvPr>
            <p:cNvSpPr/>
            <p:nvPr/>
          </p:nvSpPr>
          <p:spPr>
            <a:xfrm>
              <a:off x="3611881" y="3218688"/>
              <a:ext cx="1999154" cy="777240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4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6E0E1F3C-CF2A-E9F4-E1A2-31AADD9628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685032" y="3300984"/>
              <a:ext cx="274320" cy="274320"/>
            </a:xfrm>
            <a:prstGeom prst="rect">
              <a:avLst/>
            </a:prstGeom>
          </p:spPr>
        </p:pic>
        <p:sp>
          <p:nvSpPr>
            <p:cNvPr id="35" name="Text 27">
              <a:extLst>
                <a:ext uri="{FF2B5EF4-FFF2-40B4-BE49-F238E27FC236}">
                  <a16:creationId xmlns:a16="http://schemas.microsoft.com/office/drawing/2014/main" id="{108D7649-0D74-D769-3193-620864886353}"/>
                </a:ext>
              </a:extLst>
            </p:cNvPr>
            <p:cNvSpPr/>
            <p:nvPr/>
          </p:nvSpPr>
          <p:spPr>
            <a:xfrm>
              <a:off x="4005072" y="3291840"/>
              <a:ext cx="170992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AI Search</a:t>
              </a:r>
              <a:endParaRPr lang="en-US" sz="1200" dirty="0"/>
            </a:p>
          </p:txBody>
        </p:sp>
        <p:sp>
          <p:nvSpPr>
            <p:cNvPr id="36" name="Text 28">
              <a:extLst>
                <a:ext uri="{FF2B5EF4-FFF2-40B4-BE49-F238E27FC236}">
                  <a16:creationId xmlns:a16="http://schemas.microsoft.com/office/drawing/2014/main" id="{A97BAFFE-E6AF-A049-A402-F5019B758A96}"/>
                </a:ext>
              </a:extLst>
            </p:cNvPr>
            <p:cNvSpPr/>
            <p:nvPr/>
          </p:nvSpPr>
          <p:spPr>
            <a:xfrm>
              <a:off x="4005072" y="3474720"/>
              <a:ext cx="1565346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Index emails, attachments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Control access with metadata</a:t>
              </a:r>
              <a:endParaRPr lang="en-US" sz="7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Domain knowledgebase</a:t>
              </a:r>
              <a:endParaRPr lang="en-US" sz="700" dirty="0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4962011-FE48-D70A-A77D-F4001256BCAE}"/>
              </a:ext>
            </a:extLst>
          </p:cNvPr>
          <p:cNvGrpSpPr/>
          <p:nvPr/>
        </p:nvGrpSpPr>
        <p:grpSpPr>
          <a:xfrm>
            <a:off x="6441873" y="1508760"/>
            <a:ext cx="2610685" cy="676656"/>
            <a:chOff x="5833871" y="1920240"/>
            <a:chExt cx="2610685" cy="676656"/>
          </a:xfrm>
        </p:grpSpPr>
        <p:sp>
          <p:nvSpPr>
            <p:cNvPr id="37" name="Shape 29">
              <a:extLst>
                <a:ext uri="{FF2B5EF4-FFF2-40B4-BE49-F238E27FC236}">
                  <a16:creationId xmlns:a16="http://schemas.microsoft.com/office/drawing/2014/main" id="{A33E6734-B312-7FEC-85CE-B9231BA5B434}"/>
                </a:ext>
              </a:extLst>
            </p:cNvPr>
            <p:cNvSpPr/>
            <p:nvPr/>
          </p:nvSpPr>
          <p:spPr>
            <a:xfrm>
              <a:off x="5833871" y="1920240"/>
              <a:ext cx="2524723" cy="676656"/>
            </a:xfrm>
            <a:prstGeom prst="roundRect">
              <a:avLst>
                <a:gd name="adj" fmla="val 6316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8" name="Image 6" descr="C:\Users\tibarar\OneDrive - Microsoft\Desktop\MyProjects\extract-insight-action\artifacts\ppt-icons\10162-icon-service-Cognitive-Services.svg">
              <a:extLst>
                <a:ext uri="{FF2B5EF4-FFF2-40B4-BE49-F238E27FC236}">
                  <a16:creationId xmlns:a16="http://schemas.microsoft.com/office/drawing/2014/main" id="{9C74145A-20DD-AA97-39E5-0A26D06A6D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907024" y="2002536"/>
              <a:ext cx="274320" cy="274320"/>
            </a:xfrm>
            <a:prstGeom prst="rect">
              <a:avLst/>
            </a:prstGeom>
          </p:spPr>
        </p:pic>
        <p:sp>
          <p:nvSpPr>
            <p:cNvPr id="39" name="Text 30">
              <a:extLst>
                <a:ext uri="{FF2B5EF4-FFF2-40B4-BE49-F238E27FC236}">
                  <a16:creationId xmlns:a16="http://schemas.microsoft.com/office/drawing/2014/main" id="{8924B329-1D2D-A288-60E9-3C88C3395489}"/>
                </a:ext>
              </a:extLst>
            </p:cNvPr>
            <p:cNvSpPr/>
            <p:nvPr/>
          </p:nvSpPr>
          <p:spPr>
            <a:xfrm>
              <a:off x="6227063" y="1993392"/>
              <a:ext cx="2217493" cy="2013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Foundry</a:t>
              </a:r>
              <a:endParaRPr lang="en-US" sz="1200" dirty="0"/>
            </a:p>
          </p:txBody>
        </p:sp>
        <p:sp>
          <p:nvSpPr>
            <p:cNvPr id="40" name="Text 31">
              <a:extLst>
                <a:ext uri="{FF2B5EF4-FFF2-40B4-BE49-F238E27FC236}">
                  <a16:creationId xmlns:a16="http://schemas.microsoft.com/office/drawing/2014/main" id="{C57A38E3-866F-D9C8-5664-F337B988D92D}"/>
                </a:ext>
              </a:extLst>
            </p:cNvPr>
            <p:cNvSpPr/>
            <p:nvPr/>
          </p:nvSpPr>
          <p:spPr>
            <a:xfrm>
              <a:off x="6227064" y="2176272"/>
              <a:ext cx="2080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Documents, image, audio, video</a:t>
              </a:r>
            </a:p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cs typeface="Segoe UI" pitchFamily="34" charset="-120"/>
                </a:rPr>
                <a:t>Agents with models &amp; tools</a:t>
              </a:r>
              <a:endParaRPr lang="en-US" sz="1000" dirty="0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579948-E2EE-81AD-57FE-D57C9362F729}"/>
              </a:ext>
            </a:extLst>
          </p:cNvPr>
          <p:cNvGrpSpPr/>
          <p:nvPr/>
        </p:nvGrpSpPr>
        <p:grpSpPr>
          <a:xfrm>
            <a:off x="9495688" y="1495046"/>
            <a:ext cx="2168570" cy="914400"/>
            <a:chOff x="8549640" y="1554480"/>
            <a:chExt cx="2168570" cy="914400"/>
          </a:xfrm>
        </p:grpSpPr>
        <p:sp>
          <p:nvSpPr>
            <p:cNvPr id="45" name="Shape 35">
              <a:extLst>
                <a:ext uri="{FF2B5EF4-FFF2-40B4-BE49-F238E27FC236}">
                  <a16:creationId xmlns:a16="http://schemas.microsoft.com/office/drawing/2014/main" id="{EEA92706-87AA-71A2-2287-C610090ABEB4}"/>
                </a:ext>
              </a:extLst>
            </p:cNvPr>
            <p:cNvSpPr/>
            <p:nvPr/>
          </p:nvSpPr>
          <p:spPr>
            <a:xfrm>
              <a:off x="8549640" y="1554480"/>
              <a:ext cx="2168570" cy="914400"/>
            </a:xfrm>
            <a:prstGeom prst="roundRect">
              <a:avLst>
                <a:gd name="adj" fmla="val 6316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6" name="Image 8" descr="C:\Users\tibarar\OneDrive - Microsoft\Desktop\MyProjects\extract-insight-action\artifacts\ppt-icons\10035-icon-service-App-Services.svg">
              <a:extLst>
                <a:ext uri="{FF2B5EF4-FFF2-40B4-BE49-F238E27FC236}">
                  <a16:creationId xmlns:a16="http://schemas.microsoft.com/office/drawing/2014/main" id="{42D067CD-22B2-CA8D-B3FF-9E37E687ED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22792" y="1636776"/>
              <a:ext cx="274320" cy="274320"/>
            </a:xfrm>
            <a:prstGeom prst="rect">
              <a:avLst/>
            </a:prstGeom>
          </p:spPr>
        </p:pic>
        <p:sp>
          <p:nvSpPr>
            <p:cNvPr id="47" name="Text 36">
              <a:extLst>
                <a:ext uri="{FF2B5EF4-FFF2-40B4-BE49-F238E27FC236}">
                  <a16:creationId xmlns:a16="http://schemas.microsoft.com/office/drawing/2014/main" id="{9592781B-FF97-9C81-49A2-AF8759F32360}"/>
                </a:ext>
              </a:extLst>
            </p:cNvPr>
            <p:cNvSpPr/>
            <p:nvPr/>
          </p:nvSpPr>
          <p:spPr>
            <a:xfrm>
              <a:off x="8942832" y="1627632"/>
              <a:ext cx="167168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Insight UI (Spring Boot)</a:t>
              </a:r>
              <a:endParaRPr lang="en-US" sz="1200" dirty="0"/>
            </a:p>
          </p:txBody>
        </p:sp>
        <p:sp>
          <p:nvSpPr>
            <p:cNvPr id="48" name="Text 37">
              <a:extLst>
                <a:ext uri="{FF2B5EF4-FFF2-40B4-BE49-F238E27FC236}">
                  <a16:creationId xmlns:a16="http://schemas.microsoft.com/office/drawing/2014/main" id="{E15F9606-90D0-E18F-421C-A7FACCC5B667}"/>
                </a:ext>
              </a:extLst>
            </p:cNvPr>
            <p:cNvSpPr/>
            <p:nvPr/>
          </p:nvSpPr>
          <p:spPr>
            <a:xfrm>
              <a:off x="8942832" y="1875268"/>
              <a:ext cx="1474090" cy="374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Operational dashboard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User profile controls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EAB184C-AB34-B9D4-3F80-A308EB58DC1C}"/>
              </a:ext>
            </a:extLst>
          </p:cNvPr>
          <p:cNvGrpSpPr/>
          <p:nvPr/>
        </p:nvGrpSpPr>
        <p:grpSpPr>
          <a:xfrm>
            <a:off x="9495688" y="2587754"/>
            <a:ext cx="2168570" cy="914400"/>
            <a:chOff x="8549640" y="2651760"/>
            <a:chExt cx="2168570" cy="914400"/>
          </a:xfrm>
        </p:grpSpPr>
        <p:sp>
          <p:nvSpPr>
            <p:cNvPr id="49" name="Shape 38">
              <a:extLst>
                <a:ext uri="{FF2B5EF4-FFF2-40B4-BE49-F238E27FC236}">
                  <a16:creationId xmlns:a16="http://schemas.microsoft.com/office/drawing/2014/main" id="{A51A7668-007F-9FAF-CE62-A490F923B7AA}"/>
                </a:ext>
              </a:extLst>
            </p:cNvPr>
            <p:cNvSpPr/>
            <p:nvPr/>
          </p:nvSpPr>
          <p:spPr>
            <a:xfrm>
              <a:off x="8549640" y="2651760"/>
              <a:ext cx="2168570" cy="914400"/>
            </a:xfrm>
            <a:prstGeom prst="roundRect">
              <a:avLst>
                <a:gd name="adj" fmla="val 6316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0" name="Image 9" descr="C:\Users\tibarar\OneDrive - Microsoft\Desktop\MyProjects\extract-insight-action\artifacts\ppt-icons\10035-icon-service-App-Services.svg">
              <a:extLst>
                <a:ext uri="{FF2B5EF4-FFF2-40B4-BE49-F238E27FC236}">
                  <a16:creationId xmlns:a16="http://schemas.microsoft.com/office/drawing/2014/main" id="{25DE8774-E0E0-A639-49EA-6C1580E945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22792" y="2734056"/>
              <a:ext cx="274320" cy="274320"/>
            </a:xfrm>
            <a:prstGeom prst="rect">
              <a:avLst/>
            </a:prstGeom>
          </p:spPr>
        </p:pic>
        <p:sp>
          <p:nvSpPr>
            <p:cNvPr id="51" name="Text 39">
              <a:extLst>
                <a:ext uri="{FF2B5EF4-FFF2-40B4-BE49-F238E27FC236}">
                  <a16:creationId xmlns:a16="http://schemas.microsoft.com/office/drawing/2014/main" id="{0F8C975B-EFF9-E9D8-B56D-87DD353A11CD}"/>
                </a:ext>
              </a:extLst>
            </p:cNvPr>
            <p:cNvSpPr/>
            <p:nvPr/>
          </p:nvSpPr>
          <p:spPr>
            <a:xfrm>
              <a:off x="8942833" y="2724911"/>
              <a:ext cx="1602658" cy="21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Email Reviewer Agent</a:t>
              </a:r>
              <a:endParaRPr lang="en-US" sz="1200" dirty="0"/>
            </a:p>
          </p:txBody>
        </p:sp>
        <p:sp>
          <p:nvSpPr>
            <p:cNvPr id="52" name="Text 40">
              <a:extLst>
                <a:ext uri="{FF2B5EF4-FFF2-40B4-BE49-F238E27FC236}">
                  <a16:creationId xmlns:a16="http://schemas.microsoft.com/office/drawing/2014/main" id="{606610B0-7BD2-9B6D-5755-14304148956F}"/>
                </a:ext>
              </a:extLst>
            </p:cNvPr>
            <p:cNvSpPr/>
            <p:nvPr/>
          </p:nvSpPr>
          <p:spPr>
            <a:xfrm>
              <a:off x="8942832" y="2960239"/>
              <a:ext cx="1358161" cy="4773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Assisted decisions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Recommendations</a:t>
              </a:r>
              <a:endParaRPr lang="en-US" sz="1000" dirty="0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B2EDA87-67A6-E0CD-0F91-9B3D05D9145F}"/>
              </a:ext>
            </a:extLst>
          </p:cNvPr>
          <p:cNvGrpSpPr/>
          <p:nvPr/>
        </p:nvGrpSpPr>
        <p:grpSpPr>
          <a:xfrm>
            <a:off x="9518546" y="3680462"/>
            <a:ext cx="2145712" cy="914400"/>
            <a:chOff x="8572500" y="3739896"/>
            <a:chExt cx="2145713" cy="914400"/>
          </a:xfrm>
        </p:grpSpPr>
        <p:sp>
          <p:nvSpPr>
            <p:cNvPr id="53" name="Shape 41">
              <a:extLst>
                <a:ext uri="{FF2B5EF4-FFF2-40B4-BE49-F238E27FC236}">
                  <a16:creationId xmlns:a16="http://schemas.microsoft.com/office/drawing/2014/main" id="{D91F5F09-060E-6F63-889B-00A26728FBA3}"/>
                </a:ext>
              </a:extLst>
            </p:cNvPr>
            <p:cNvSpPr/>
            <p:nvPr/>
          </p:nvSpPr>
          <p:spPr>
            <a:xfrm>
              <a:off x="8572500" y="3739896"/>
              <a:ext cx="2145713" cy="914400"/>
            </a:xfrm>
            <a:prstGeom prst="roundRect">
              <a:avLst>
                <a:gd name="adj" fmla="val 75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4" name="Image 10" descr="C:\Users\tibarar\OneDrive - Microsoft\Desktop\MyProjects\extract-insight-action\artifacts\ppt-icons\10836-icon-service-Service-Bus.svg">
              <a:extLst>
                <a:ext uri="{FF2B5EF4-FFF2-40B4-BE49-F238E27FC236}">
                  <a16:creationId xmlns:a16="http://schemas.microsoft.com/office/drawing/2014/main" id="{5DCD4B3C-303D-C39A-68DD-1C18BAADD4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22792" y="3831336"/>
              <a:ext cx="274320" cy="274320"/>
            </a:xfrm>
            <a:prstGeom prst="rect">
              <a:avLst/>
            </a:prstGeom>
          </p:spPr>
        </p:pic>
        <p:sp>
          <p:nvSpPr>
            <p:cNvPr id="55" name="Text 42">
              <a:extLst>
                <a:ext uri="{FF2B5EF4-FFF2-40B4-BE49-F238E27FC236}">
                  <a16:creationId xmlns:a16="http://schemas.microsoft.com/office/drawing/2014/main" id="{C93F97B4-C55B-6154-136B-240A13192AC0}"/>
                </a:ext>
              </a:extLst>
            </p:cNvPr>
            <p:cNvSpPr/>
            <p:nvPr/>
          </p:nvSpPr>
          <p:spPr>
            <a:xfrm>
              <a:off x="8942831" y="3822191"/>
              <a:ext cx="1592502" cy="2121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Action Execution Layer</a:t>
              </a:r>
              <a:endParaRPr lang="en-US" sz="1200" dirty="0"/>
            </a:p>
          </p:txBody>
        </p:sp>
        <p:sp>
          <p:nvSpPr>
            <p:cNvPr id="56" name="Text 43">
              <a:extLst>
                <a:ext uri="{FF2B5EF4-FFF2-40B4-BE49-F238E27FC236}">
                  <a16:creationId xmlns:a16="http://schemas.microsoft.com/office/drawing/2014/main" id="{3440B3EE-097D-4CD9-CD64-258E36E7BCD5}"/>
                </a:ext>
              </a:extLst>
            </p:cNvPr>
            <p:cNvSpPr/>
            <p:nvPr/>
          </p:nvSpPr>
          <p:spPr>
            <a:xfrm>
              <a:off x="8942835" y="4071032"/>
              <a:ext cx="1602662" cy="4693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Triggers action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 workflows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cs typeface="Segoe UI" pitchFamily="34" charset="-120"/>
                </a:rPr>
                <a:t>Control agent autonomy</a:t>
              </a:r>
              <a:endParaRPr lang="en-US" sz="1000" dirty="0"/>
            </a:p>
          </p:txBody>
        </p:sp>
      </p:grpSp>
      <p:sp>
        <p:nvSpPr>
          <p:cNvPr id="57" name="Shape 44">
            <a:extLst>
              <a:ext uri="{FF2B5EF4-FFF2-40B4-BE49-F238E27FC236}">
                <a16:creationId xmlns:a16="http://schemas.microsoft.com/office/drawing/2014/main" id="{C01B569C-FE2E-DE40-D26B-7EA9CABC3F14}"/>
              </a:ext>
            </a:extLst>
          </p:cNvPr>
          <p:cNvSpPr/>
          <p:nvPr/>
        </p:nvSpPr>
        <p:spPr>
          <a:xfrm>
            <a:off x="62185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F9FCFF"/>
          </a:solidFill>
          <a:ln w="12700">
            <a:solidFill>
              <a:srgbClr val="BFD3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8" name="Image 11" descr="C:\Users\tibarar\OneDrive - Microsoft\Desktop\MyProjects\extract-insight-action\artifacts\ppt-icons\10222-icon-service-Azure-AD-Domain-Services.svg">
            <a:extLst>
              <a:ext uri="{FF2B5EF4-FFF2-40B4-BE49-F238E27FC236}">
                <a16:creationId xmlns:a16="http://schemas.microsoft.com/office/drawing/2014/main" id="{136DA463-8799-067C-8468-CBB500DD91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004" y="5417661"/>
            <a:ext cx="274320" cy="274320"/>
          </a:xfrm>
          <a:prstGeom prst="rect">
            <a:avLst/>
          </a:prstGeom>
        </p:spPr>
      </p:pic>
      <p:sp>
        <p:nvSpPr>
          <p:cNvPr id="59" name="Text 45">
            <a:extLst>
              <a:ext uri="{FF2B5EF4-FFF2-40B4-BE49-F238E27FC236}">
                <a16:creationId xmlns:a16="http://schemas.microsoft.com/office/drawing/2014/main" id="{6297F55B-67F0-BE7E-5CA7-0B4983B97374}"/>
              </a:ext>
            </a:extLst>
          </p:cNvPr>
          <p:cNvSpPr/>
          <p:nvPr/>
        </p:nvSpPr>
        <p:spPr>
          <a:xfrm>
            <a:off x="1064266" y="5458454"/>
            <a:ext cx="1689765" cy="25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Entra ID</a:t>
            </a:r>
            <a:endParaRPr lang="en-US" sz="1200" dirty="0"/>
          </a:p>
        </p:txBody>
      </p:sp>
      <p:sp>
        <p:nvSpPr>
          <p:cNvPr id="60" name="Text 46">
            <a:extLst>
              <a:ext uri="{FF2B5EF4-FFF2-40B4-BE49-F238E27FC236}">
                <a16:creationId xmlns:a16="http://schemas.microsoft.com/office/drawing/2014/main" id="{7722BCC6-F482-9A73-96FB-392D47729077}"/>
              </a:ext>
            </a:extLst>
          </p:cNvPr>
          <p:cNvSpPr/>
          <p:nvPr/>
        </p:nvSpPr>
        <p:spPr>
          <a:xfrm>
            <a:off x="790428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OIDC login, role claims, Graph delegated auth</a:t>
            </a:r>
            <a:endParaRPr lang="en-US" sz="1000" dirty="0"/>
          </a:p>
        </p:txBody>
      </p:sp>
      <p:sp>
        <p:nvSpPr>
          <p:cNvPr id="61" name="Shape 47">
            <a:extLst>
              <a:ext uri="{FF2B5EF4-FFF2-40B4-BE49-F238E27FC236}">
                <a16:creationId xmlns:a16="http://schemas.microsoft.com/office/drawing/2014/main" id="{C6028370-C0B4-739F-92DE-A638DAE995FD}"/>
              </a:ext>
            </a:extLst>
          </p:cNvPr>
          <p:cNvSpPr/>
          <p:nvPr/>
        </p:nvSpPr>
        <p:spPr>
          <a:xfrm>
            <a:off x="341077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F9FCFF"/>
          </a:solidFill>
          <a:ln w="12700">
            <a:solidFill>
              <a:srgbClr val="BFD3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2" name="Image 12" descr="C:\Users\tibarar\OneDrive - Microsoft\Desktop\MyProjects\extract-insight-action\artifacts\ppt-icons\10227-icon-service-Managed-Identities.svg">
            <a:extLst>
              <a:ext uri="{FF2B5EF4-FFF2-40B4-BE49-F238E27FC236}">
                <a16:creationId xmlns:a16="http://schemas.microsoft.com/office/drawing/2014/main" id="{999EFEBD-3162-431E-84ED-6CE4FF6E44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83924" y="5417661"/>
            <a:ext cx="274320" cy="274320"/>
          </a:xfrm>
          <a:prstGeom prst="rect">
            <a:avLst/>
          </a:prstGeom>
        </p:spPr>
      </p:pic>
      <p:sp>
        <p:nvSpPr>
          <p:cNvPr id="63" name="Text 48">
            <a:extLst>
              <a:ext uri="{FF2B5EF4-FFF2-40B4-BE49-F238E27FC236}">
                <a16:creationId xmlns:a16="http://schemas.microsoft.com/office/drawing/2014/main" id="{E0D8EFC4-3B2C-2E3A-EA57-C7F775367177}"/>
              </a:ext>
            </a:extLst>
          </p:cNvPr>
          <p:cNvSpPr/>
          <p:nvPr/>
        </p:nvSpPr>
        <p:spPr>
          <a:xfrm>
            <a:off x="3867972" y="5437505"/>
            <a:ext cx="1742752" cy="296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Managed Identities</a:t>
            </a:r>
            <a:endParaRPr lang="en-US" sz="1200" dirty="0"/>
          </a:p>
        </p:txBody>
      </p:sp>
      <p:sp>
        <p:nvSpPr>
          <p:cNvPr id="64" name="Text 49">
            <a:extLst>
              <a:ext uri="{FF2B5EF4-FFF2-40B4-BE49-F238E27FC236}">
                <a16:creationId xmlns:a16="http://schemas.microsoft.com/office/drawing/2014/main" id="{AFE1AD10-C74E-0BA8-B8C0-29987BC35761}"/>
              </a:ext>
            </a:extLst>
          </p:cNvPr>
          <p:cNvSpPr/>
          <p:nvPr/>
        </p:nvSpPr>
        <p:spPr>
          <a:xfrm>
            <a:off x="3574972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identities for service-to-service access</a:t>
            </a:r>
            <a:endParaRPr lang="en-US" sz="1000" dirty="0"/>
          </a:p>
        </p:txBody>
      </p:sp>
      <p:sp>
        <p:nvSpPr>
          <p:cNvPr id="65" name="Shape 50">
            <a:extLst>
              <a:ext uri="{FF2B5EF4-FFF2-40B4-BE49-F238E27FC236}">
                <a16:creationId xmlns:a16="http://schemas.microsoft.com/office/drawing/2014/main" id="{B9BA5C89-4479-9558-CB4A-13E79070640B}"/>
              </a:ext>
            </a:extLst>
          </p:cNvPr>
          <p:cNvSpPr/>
          <p:nvPr/>
        </p:nvSpPr>
        <p:spPr>
          <a:xfrm>
            <a:off x="6199692" y="5335365"/>
            <a:ext cx="2560320" cy="1097280"/>
          </a:xfrm>
          <a:prstGeom prst="roundRect">
            <a:avLst>
              <a:gd name="adj" fmla="val 5000"/>
            </a:avLst>
          </a:prstGeom>
          <a:solidFill>
            <a:srgbClr val="F9FCFF"/>
          </a:solidFill>
          <a:ln w="12700">
            <a:solidFill>
              <a:srgbClr val="BFD3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13" descr="C:\Users\tibarar\OneDrive - Microsoft\Desktop\MyProjects\extract-insight-action\artifacts\ppt-icons\10245-icon-service-Key-Vaults.svg">
            <a:extLst>
              <a:ext uri="{FF2B5EF4-FFF2-40B4-BE49-F238E27FC236}">
                <a16:creationId xmlns:a16="http://schemas.microsoft.com/office/drawing/2014/main" id="{2BB4151E-611D-9DBA-36B8-E7D2AC7FF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72844" y="5417661"/>
            <a:ext cx="274320" cy="274320"/>
          </a:xfrm>
          <a:prstGeom prst="rect">
            <a:avLst/>
          </a:prstGeom>
        </p:spPr>
      </p:pic>
      <p:sp>
        <p:nvSpPr>
          <p:cNvPr id="67" name="Text 51">
            <a:extLst>
              <a:ext uri="{FF2B5EF4-FFF2-40B4-BE49-F238E27FC236}">
                <a16:creationId xmlns:a16="http://schemas.microsoft.com/office/drawing/2014/main" id="{7CA605BE-5665-48CB-6C60-5C32E12059DA}"/>
              </a:ext>
            </a:extLst>
          </p:cNvPr>
          <p:cNvSpPr/>
          <p:nvPr/>
        </p:nvSpPr>
        <p:spPr>
          <a:xfrm>
            <a:off x="6656892" y="5437506"/>
            <a:ext cx="1813349" cy="296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Key Vault</a:t>
            </a:r>
            <a:endParaRPr lang="en-US" sz="1200" dirty="0"/>
          </a:p>
        </p:txBody>
      </p:sp>
      <p:sp>
        <p:nvSpPr>
          <p:cNvPr id="68" name="Text 52">
            <a:extLst>
              <a:ext uri="{FF2B5EF4-FFF2-40B4-BE49-F238E27FC236}">
                <a16:creationId xmlns:a16="http://schemas.microsoft.com/office/drawing/2014/main" id="{B980E156-4F46-134D-9670-1DE7FB184E04}"/>
              </a:ext>
            </a:extLst>
          </p:cNvPr>
          <p:cNvSpPr/>
          <p:nvPr/>
        </p:nvSpPr>
        <p:spPr>
          <a:xfrm>
            <a:off x="6359516" y="5783421"/>
            <a:ext cx="2103120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Secrets, certificates, and rotation controls</a:t>
            </a:r>
            <a:endParaRPr lang="en-US" sz="1000" dirty="0"/>
          </a:p>
        </p:txBody>
      </p:sp>
      <p:sp>
        <p:nvSpPr>
          <p:cNvPr id="69" name="Shape 53">
            <a:extLst>
              <a:ext uri="{FF2B5EF4-FFF2-40B4-BE49-F238E27FC236}">
                <a16:creationId xmlns:a16="http://schemas.microsoft.com/office/drawing/2014/main" id="{37A44037-E134-2527-018C-ED5608D45803}"/>
              </a:ext>
            </a:extLst>
          </p:cNvPr>
          <p:cNvSpPr/>
          <p:nvPr/>
        </p:nvSpPr>
        <p:spPr>
          <a:xfrm>
            <a:off x="9034332" y="5335365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AF3FB"/>
          </a:solidFill>
          <a:ln w="12700">
            <a:solidFill>
              <a:srgbClr val="BFD3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4">
            <a:extLst>
              <a:ext uri="{FF2B5EF4-FFF2-40B4-BE49-F238E27FC236}">
                <a16:creationId xmlns:a16="http://schemas.microsoft.com/office/drawing/2014/main" id="{7A57E430-7102-2996-1325-5B829CF57CE7}"/>
              </a:ext>
            </a:extLst>
          </p:cNvPr>
          <p:cNvSpPr/>
          <p:nvPr/>
        </p:nvSpPr>
        <p:spPr>
          <a:xfrm>
            <a:off x="9166550" y="5458454"/>
            <a:ext cx="1875140" cy="254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2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71" name="Text 55">
            <a:extLst>
              <a:ext uri="{FF2B5EF4-FFF2-40B4-BE49-F238E27FC236}">
                <a16:creationId xmlns:a16="http://schemas.microsoft.com/office/drawing/2014/main" id="{40EBD2F8-996F-D122-9388-55C5345838AE}"/>
              </a:ext>
            </a:extLst>
          </p:cNvPr>
          <p:cNvSpPr/>
          <p:nvPr/>
        </p:nvSpPr>
        <p:spPr>
          <a:xfrm>
            <a:off x="9144060" y="5783421"/>
            <a:ext cx="2286000" cy="49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Least privilege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Custom role: EIAUserProfileEditor</a:t>
            </a:r>
            <a:endParaRPr lang="en-US" sz="700" dirty="0"/>
          </a:p>
          <a:p>
            <a:pPr marL="0" indent="0">
              <a:buNone/>
            </a:pPr>
            <a:r>
              <a:rPr lang="en-US" sz="1000" dirty="0">
                <a:solidFill>
                  <a:srgbClr val="4D657A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Operational scripts and runbooks</a:t>
            </a:r>
            <a:endParaRPr lang="en-US" sz="700" dirty="0"/>
          </a:p>
        </p:txBody>
      </p:sp>
      <p:sp>
        <p:nvSpPr>
          <p:cNvPr id="72" name="Shape 56">
            <a:extLst>
              <a:ext uri="{FF2B5EF4-FFF2-40B4-BE49-F238E27FC236}">
                <a16:creationId xmlns:a16="http://schemas.microsoft.com/office/drawing/2014/main" id="{2F67E76A-5220-801B-05FB-6DB03799515D}"/>
              </a:ext>
            </a:extLst>
          </p:cNvPr>
          <p:cNvSpPr/>
          <p:nvPr/>
        </p:nvSpPr>
        <p:spPr>
          <a:xfrm>
            <a:off x="5959800" y="1981462"/>
            <a:ext cx="320040" cy="109728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57">
            <a:extLst>
              <a:ext uri="{FF2B5EF4-FFF2-40B4-BE49-F238E27FC236}">
                <a16:creationId xmlns:a16="http://schemas.microsoft.com/office/drawing/2014/main" id="{95FE233F-13DE-3F11-D802-1F51C8D6CE37}"/>
              </a:ext>
            </a:extLst>
          </p:cNvPr>
          <p:cNvSpPr/>
          <p:nvPr/>
        </p:nvSpPr>
        <p:spPr>
          <a:xfrm>
            <a:off x="5959800" y="2850142"/>
            <a:ext cx="320040" cy="109728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58">
            <a:extLst>
              <a:ext uri="{FF2B5EF4-FFF2-40B4-BE49-F238E27FC236}">
                <a16:creationId xmlns:a16="http://schemas.microsoft.com/office/drawing/2014/main" id="{706B01B2-CF34-2500-AB20-D9B8D70B28C3}"/>
              </a:ext>
            </a:extLst>
          </p:cNvPr>
          <p:cNvSpPr/>
          <p:nvPr/>
        </p:nvSpPr>
        <p:spPr>
          <a:xfrm>
            <a:off x="5959800" y="3718822"/>
            <a:ext cx="320040" cy="109728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1">
            <a:extLst>
              <a:ext uri="{FF2B5EF4-FFF2-40B4-BE49-F238E27FC236}">
                <a16:creationId xmlns:a16="http://schemas.microsoft.com/office/drawing/2014/main" id="{110FCAB0-DFCC-B30C-986D-EA832550AE29}"/>
              </a:ext>
            </a:extLst>
          </p:cNvPr>
          <p:cNvSpPr/>
          <p:nvPr/>
        </p:nvSpPr>
        <p:spPr>
          <a:xfrm>
            <a:off x="9060697" y="2287010"/>
            <a:ext cx="256032" cy="109728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2">
            <a:extLst>
              <a:ext uri="{FF2B5EF4-FFF2-40B4-BE49-F238E27FC236}">
                <a16:creationId xmlns:a16="http://schemas.microsoft.com/office/drawing/2014/main" id="{D616F20C-E699-243E-204E-B254F9E93064}"/>
              </a:ext>
            </a:extLst>
          </p:cNvPr>
          <p:cNvSpPr/>
          <p:nvPr/>
        </p:nvSpPr>
        <p:spPr>
          <a:xfrm>
            <a:off x="9060697" y="3444928"/>
            <a:ext cx="256032" cy="109728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67">
            <a:extLst>
              <a:ext uri="{FF2B5EF4-FFF2-40B4-BE49-F238E27FC236}">
                <a16:creationId xmlns:a16="http://schemas.microsoft.com/office/drawing/2014/main" id="{D161BADF-CADC-9DF2-9FA8-5FC6DD2BC191}"/>
              </a:ext>
            </a:extLst>
          </p:cNvPr>
          <p:cNvSpPr/>
          <p:nvPr/>
        </p:nvSpPr>
        <p:spPr>
          <a:xfrm>
            <a:off x="411480" y="6595184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809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boundary: Azure Subscription and Resource Group deployment model</a:t>
            </a:r>
            <a:endParaRPr lang="en-US" sz="1000" dirty="0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425084F3-3034-5DEC-A0B2-534B80CC13BB}"/>
              </a:ext>
            </a:extLst>
          </p:cNvPr>
          <p:cNvGrpSpPr/>
          <p:nvPr/>
        </p:nvGrpSpPr>
        <p:grpSpPr>
          <a:xfrm>
            <a:off x="6442805" y="3014289"/>
            <a:ext cx="2609754" cy="630936"/>
            <a:chOff x="5833872" y="2971799"/>
            <a:chExt cx="2609754" cy="630936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40EA0EDA-8B1D-FBBB-586F-999EC8C275B3}"/>
                </a:ext>
              </a:extLst>
            </p:cNvPr>
            <p:cNvGrpSpPr/>
            <p:nvPr/>
          </p:nvGrpSpPr>
          <p:grpSpPr>
            <a:xfrm>
              <a:off x="5833872" y="2971799"/>
              <a:ext cx="2609754" cy="630936"/>
              <a:chOff x="5833872" y="2971801"/>
              <a:chExt cx="2609754" cy="799186"/>
            </a:xfrm>
          </p:grpSpPr>
          <p:sp>
            <p:nvSpPr>
              <p:cNvPr id="41" name="Shape 32">
                <a:extLst>
                  <a:ext uri="{FF2B5EF4-FFF2-40B4-BE49-F238E27FC236}">
                    <a16:creationId xmlns:a16="http://schemas.microsoft.com/office/drawing/2014/main" id="{0FEAB19D-83FA-2F52-F3B8-C5F2B8635DCE}"/>
                  </a:ext>
                </a:extLst>
              </p:cNvPr>
              <p:cNvSpPr/>
              <p:nvPr/>
            </p:nvSpPr>
            <p:spPr>
              <a:xfrm>
                <a:off x="5833872" y="2971801"/>
                <a:ext cx="2523791" cy="799186"/>
              </a:xfrm>
              <a:prstGeom prst="roundRect">
                <a:avLst>
                  <a:gd name="adj" fmla="val 6316"/>
                </a:avLst>
              </a:prstGeom>
              <a:solidFill>
                <a:srgbClr val="F9FCFF"/>
              </a:solidFill>
              <a:ln w="12700">
                <a:solidFill>
                  <a:srgbClr val="BFD3E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 33">
                <a:extLst>
                  <a:ext uri="{FF2B5EF4-FFF2-40B4-BE49-F238E27FC236}">
                    <a16:creationId xmlns:a16="http://schemas.microsoft.com/office/drawing/2014/main" id="{9C4BD54C-0087-3975-3854-739782EF13F6}"/>
                  </a:ext>
                </a:extLst>
              </p:cNvPr>
              <p:cNvSpPr/>
              <p:nvPr/>
            </p:nvSpPr>
            <p:spPr>
              <a:xfrm>
                <a:off x="6227063" y="3044952"/>
                <a:ext cx="2216563" cy="25524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6324A"/>
                    </a:solidFill>
                    <a:latin typeface="Segoe UI Semibold" pitchFamily="34" charset="0"/>
                    <a:ea typeface="Segoe UI Semibold" pitchFamily="34" charset="-122"/>
                    <a:cs typeface="Segoe UI Semibold" pitchFamily="34" charset="-120"/>
                  </a:rPr>
                  <a:t>Autonomous processing</a:t>
                </a:r>
                <a:endParaRPr lang="en-US" sz="1200" dirty="0"/>
              </a:p>
            </p:txBody>
          </p:sp>
          <p:sp>
            <p:nvSpPr>
              <p:cNvPr id="44" name="Text 34">
                <a:extLst>
                  <a:ext uri="{FF2B5EF4-FFF2-40B4-BE49-F238E27FC236}">
                    <a16:creationId xmlns:a16="http://schemas.microsoft.com/office/drawing/2014/main" id="{79152A1C-BDF1-9721-E9A4-7799FCC88237}"/>
                  </a:ext>
                </a:extLst>
              </p:cNvPr>
              <p:cNvSpPr/>
              <p:nvPr/>
            </p:nvSpPr>
            <p:spPr>
              <a:xfrm>
                <a:off x="6227064" y="3275267"/>
                <a:ext cx="1508760" cy="3809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171450" indent="-171450">
                  <a:buSzPts val="1000"/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rgbClr val="4D657A"/>
                    </a:solidFill>
                    <a:latin typeface="Segoe UI" pitchFamily="34" charset="0"/>
                    <a:ea typeface="Segoe UI" pitchFamily="34" charset="-122"/>
                    <a:cs typeface="Segoe UI" pitchFamily="34" charset="-120"/>
                  </a:rPr>
                  <a:t>Agentic workflow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rgbClr val="4D657A"/>
                    </a:solidFill>
                    <a:latin typeface="Segoe UI" pitchFamily="34" charset="0"/>
                    <a:cs typeface="Segoe UI" panose="020B0502040204020203" pitchFamily="34" charset="0"/>
                  </a:rPr>
                  <a:t>Background processing</a:t>
                </a:r>
                <a:endParaRPr lang="en-US" sz="700" dirty="0"/>
              </a:p>
            </p:txBody>
          </p:sp>
        </p:grpSp>
        <p:pic>
          <p:nvPicPr>
            <p:cNvPr id="97" name="Foundry AI Icon" descr="Microsoft Foundry AI agent icon">
              <a:extLst>
                <a:ext uri="{FF2B5EF4-FFF2-40B4-BE49-F238E27FC236}">
                  <a16:creationId xmlns:a16="http://schemas.microsoft.com/office/drawing/2014/main" id="{5E378A63-52FD-B437-B314-D802A0269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900798" y="3035808"/>
              <a:ext cx="274320" cy="27432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EF7A88E-54F9-4AD7-5017-42C9DF495A31}"/>
              </a:ext>
            </a:extLst>
          </p:cNvPr>
          <p:cNvGrpSpPr/>
          <p:nvPr/>
        </p:nvGrpSpPr>
        <p:grpSpPr>
          <a:xfrm>
            <a:off x="497702" y="1504188"/>
            <a:ext cx="1310175" cy="2450929"/>
            <a:chOff x="502920" y="1510856"/>
            <a:chExt cx="1079430" cy="2450925"/>
          </a:xfrm>
        </p:grpSpPr>
        <p:sp>
          <p:nvSpPr>
            <p:cNvPr id="92" name="Shape 26">
              <a:extLst>
                <a:ext uri="{FF2B5EF4-FFF2-40B4-BE49-F238E27FC236}">
                  <a16:creationId xmlns:a16="http://schemas.microsoft.com/office/drawing/2014/main" id="{AF7B327E-7D7C-F407-3683-BBCD235543F7}"/>
                </a:ext>
              </a:extLst>
            </p:cNvPr>
            <p:cNvSpPr/>
            <p:nvPr/>
          </p:nvSpPr>
          <p:spPr>
            <a:xfrm>
              <a:off x="502920" y="1510856"/>
              <a:ext cx="1079430" cy="2450925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6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21034B29-0B12-BB66-1FEF-8DAADAF253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70936" y="1593154"/>
              <a:ext cx="255059" cy="274320"/>
            </a:xfrm>
            <a:prstGeom prst="rect">
              <a:avLst/>
            </a:prstGeom>
          </p:spPr>
        </p:pic>
        <p:sp>
          <p:nvSpPr>
            <p:cNvPr id="103" name="Text 27">
              <a:extLst>
                <a:ext uri="{FF2B5EF4-FFF2-40B4-BE49-F238E27FC236}">
                  <a16:creationId xmlns:a16="http://schemas.microsoft.com/office/drawing/2014/main" id="{D7E25DEA-19BC-E5B5-EACE-58DFEFABD5F1}"/>
                </a:ext>
              </a:extLst>
            </p:cNvPr>
            <p:cNvSpPr/>
            <p:nvPr/>
          </p:nvSpPr>
          <p:spPr>
            <a:xfrm>
              <a:off x="594829" y="1979253"/>
              <a:ext cx="91430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M365 Mailbox</a:t>
              </a:r>
              <a:endParaRPr lang="en-US" sz="1200" dirty="0"/>
            </a:p>
          </p:txBody>
        </p:sp>
        <p:sp>
          <p:nvSpPr>
            <p:cNvPr id="105" name="Text 28">
              <a:extLst>
                <a:ext uri="{FF2B5EF4-FFF2-40B4-BE49-F238E27FC236}">
                  <a16:creationId xmlns:a16="http://schemas.microsoft.com/office/drawing/2014/main" id="{B1CF29F4-84C9-2749-46F2-03D2F4C5269B}"/>
                </a:ext>
              </a:extLst>
            </p:cNvPr>
            <p:cNvSpPr/>
            <p:nvPr/>
          </p:nvSpPr>
          <p:spPr>
            <a:xfrm>
              <a:off x="602830" y="2386395"/>
              <a:ext cx="781513" cy="9372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Hourly large volume of emails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Access via MS Graph API</a:t>
              </a:r>
              <a:endPara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Secured access</a:t>
              </a:r>
              <a:endParaRPr lang="en-US" sz="10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A9A422B-20E8-443D-5849-5F8AA81C51EB}"/>
              </a:ext>
            </a:extLst>
          </p:cNvPr>
          <p:cNvGrpSpPr/>
          <p:nvPr/>
        </p:nvGrpSpPr>
        <p:grpSpPr>
          <a:xfrm>
            <a:off x="2107173" y="1820938"/>
            <a:ext cx="825674" cy="1690220"/>
            <a:chOff x="2039156" y="1875802"/>
            <a:chExt cx="688195" cy="169022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823E390-5DE1-95E1-BB8F-BA1CF5332E78}"/>
                </a:ext>
              </a:extLst>
            </p:cNvPr>
            <p:cNvGrpSpPr/>
            <p:nvPr/>
          </p:nvGrpSpPr>
          <p:grpSpPr>
            <a:xfrm rot="16200000">
              <a:off x="1538144" y="2376814"/>
              <a:ext cx="1690220" cy="688195"/>
              <a:chOff x="3611880" y="1481329"/>
              <a:chExt cx="1541692" cy="511429"/>
            </a:xfrm>
          </p:grpSpPr>
          <p:sp>
            <p:nvSpPr>
              <p:cNvPr id="25" name="Shape 20">
                <a:extLst>
                  <a:ext uri="{FF2B5EF4-FFF2-40B4-BE49-F238E27FC236}">
                    <a16:creationId xmlns:a16="http://schemas.microsoft.com/office/drawing/2014/main" id="{F7EF0129-9906-FE7E-717C-F27CA1CA239D}"/>
                  </a:ext>
                </a:extLst>
              </p:cNvPr>
              <p:cNvSpPr/>
              <p:nvPr/>
            </p:nvSpPr>
            <p:spPr>
              <a:xfrm>
                <a:off x="3611880" y="1481329"/>
                <a:ext cx="1541692" cy="511429"/>
              </a:xfrm>
              <a:prstGeom prst="roundRect">
                <a:avLst>
                  <a:gd name="adj" fmla="val 8000"/>
                </a:avLst>
              </a:prstGeom>
              <a:solidFill>
                <a:srgbClr val="F9FCFF"/>
              </a:solidFill>
              <a:ln w="12700">
                <a:solidFill>
                  <a:srgbClr val="BFD3E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 21">
                <a:extLst>
                  <a:ext uri="{FF2B5EF4-FFF2-40B4-BE49-F238E27FC236}">
                    <a16:creationId xmlns:a16="http://schemas.microsoft.com/office/drawing/2014/main" id="{68B320D4-3D5B-3A41-DD96-745D8B19812E}"/>
                  </a:ext>
                </a:extLst>
              </p:cNvPr>
              <p:cNvSpPr/>
              <p:nvPr/>
            </p:nvSpPr>
            <p:spPr>
              <a:xfrm>
                <a:off x="3927074" y="1547370"/>
                <a:ext cx="1120581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6324A"/>
                    </a:solidFill>
                    <a:latin typeface="Segoe UI Semibold" pitchFamily="34" charset="0"/>
                    <a:ea typeface="Segoe UI Semibold" pitchFamily="34" charset="-122"/>
                    <a:cs typeface="Segoe UI Semibold" pitchFamily="34" charset="-120"/>
                  </a:rPr>
                  <a:t>Azure Service Bus</a:t>
                </a:r>
                <a:endParaRPr lang="en-US" sz="1200" dirty="0"/>
              </a:p>
            </p:txBody>
          </p:sp>
          <p:sp>
            <p:nvSpPr>
              <p:cNvPr id="28" name="Text 22">
                <a:extLst>
                  <a:ext uri="{FF2B5EF4-FFF2-40B4-BE49-F238E27FC236}">
                    <a16:creationId xmlns:a16="http://schemas.microsoft.com/office/drawing/2014/main" id="{F07218D4-09B8-48F8-95FF-393FC25B0634}"/>
                  </a:ext>
                </a:extLst>
              </p:cNvPr>
              <p:cNvSpPr/>
              <p:nvPr/>
            </p:nvSpPr>
            <p:spPr>
              <a:xfrm>
                <a:off x="3940922" y="1750923"/>
                <a:ext cx="1051457" cy="10058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171450" indent="-171450">
                  <a:buSzPts val="1000"/>
                  <a:buFont typeface="Arial" panose="020B0604020202020204" pitchFamily="34" charset="0"/>
                  <a:buChar char="•"/>
                </a:pPr>
                <a:r>
                  <a:rPr lang="en-US" sz="1000" dirty="0">
                    <a:solidFill>
                      <a:srgbClr val="4D657A"/>
                    </a:solidFill>
                    <a:latin typeface="Segoe UI" pitchFamily="34" charset="0"/>
                    <a:ea typeface="Segoe UI" pitchFamily="34" charset="-122"/>
                    <a:cs typeface="Segoe UI" pitchFamily="34" charset="-120"/>
                  </a:rPr>
                  <a:t>Event transport</a:t>
                </a:r>
                <a:endParaRPr lang="en-US" sz="1000" dirty="0"/>
              </a:p>
            </p:txBody>
          </p:sp>
        </p:grp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4D44FF24-5711-34DC-7C3F-5778BC3B5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5742" t="11476" r="9172"/>
            <a:stretch>
              <a:fillRect/>
            </a:stretch>
          </p:blipFill>
          <p:spPr>
            <a:xfrm rot="16200000">
              <a:off x="2101463" y="3262470"/>
              <a:ext cx="246888" cy="243870"/>
            </a:xfrm>
            <a:prstGeom prst="rect">
              <a:avLst/>
            </a:prstGeom>
          </p:spPr>
        </p:pic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4CD0C07-3F4F-4A8C-9375-93B2666BDC9D}"/>
              </a:ext>
            </a:extLst>
          </p:cNvPr>
          <p:cNvGrpSpPr/>
          <p:nvPr/>
        </p:nvGrpSpPr>
        <p:grpSpPr>
          <a:xfrm>
            <a:off x="2221211" y="4132524"/>
            <a:ext cx="1771408" cy="453548"/>
            <a:chOff x="2239486" y="4113327"/>
            <a:chExt cx="1771408" cy="453548"/>
          </a:xfrm>
        </p:grpSpPr>
        <p:sp>
          <p:nvSpPr>
            <p:cNvPr id="119" name="Shape 26">
              <a:extLst>
                <a:ext uri="{FF2B5EF4-FFF2-40B4-BE49-F238E27FC236}">
                  <a16:creationId xmlns:a16="http://schemas.microsoft.com/office/drawing/2014/main" id="{30519612-7864-1B6E-5D90-FD3FC02C200C}"/>
                </a:ext>
              </a:extLst>
            </p:cNvPr>
            <p:cNvSpPr/>
            <p:nvPr/>
          </p:nvSpPr>
          <p:spPr>
            <a:xfrm>
              <a:off x="2239486" y="4113327"/>
              <a:ext cx="1771408" cy="453548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1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E04D8D85-1FA0-A604-8906-AA22623659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07502" y="4169477"/>
              <a:ext cx="187457" cy="201612"/>
            </a:xfrm>
            <a:prstGeom prst="rect">
              <a:avLst/>
            </a:prstGeom>
          </p:spPr>
        </p:pic>
        <p:sp>
          <p:nvSpPr>
            <p:cNvPr id="122" name="Text 27">
              <a:extLst>
                <a:ext uri="{FF2B5EF4-FFF2-40B4-BE49-F238E27FC236}">
                  <a16:creationId xmlns:a16="http://schemas.microsoft.com/office/drawing/2014/main" id="{344B6FFD-DE0F-B94B-04A2-45A191E643ED}"/>
                </a:ext>
              </a:extLst>
            </p:cNvPr>
            <p:cNvSpPr/>
            <p:nvPr/>
          </p:nvSpPr>
          <p:spPr>
            <a:xfrm>
              <a:off x="2605071" y="4160106"/>
              <a:ext cx="1405823" cy="1855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Blob</a:t>
              </a:r>
              <a:endParaRPr lang="en-US" sz="1200" dirty="0"/>
            </a:p>
          </p:txBody>
        </p:sp>
        <p:sp>
          <p:nvSpPr>
            <p:cNvPr id="123" name="Text 28">
              <a:extLst>
                <a:ext uri="{FF2B5EF4-FFF2-40B4-BE49-F238E27FC236}">
                  <a16:creationId xmlns:a16="http://schemas.microsoft.com/office/drawing/2014/main" id="{E3C69CC2-A9B2-4AAC-984D-AD16A86B0D04}"/>
                </a:ext>
              </a:extLst>
            </p:cNvPr>
            <p:cNvSpPr/>
            <p:nvPr/>
          </p:nvSpPr>
          <p:spPr>
            <a:xfrm>
              <a:off x="2605072" y="4347500"/>
              <a:ext cx="1090070" cy="1725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Raw content</a:t>
              </a:r>
            </a:p>
          </p:txBody>
        </p:sp>
      </p:grpSp>
      <p:sp>
        <p:nvSpPr>
          <p:cNvPr id="112" name="Shape 59">
            <a:extLst>
              <a:ext uri="{FF2B5EF4-FFF2-40B4-BE49-F238E27FC236}">
                <a16:creationId xmlns:a16="http://schemas.microsoft.com/office/drawing/2014/main" id="{F9A4F739-2FE9-D080-B3D4-051E8D4370CE}"/>
              </a:ext>
            </a:extLst>
          </p:cNvPr>
          <p:cNvSpPr/>
          <p:nvPr/>
        </p:nvSpPr>
        <p:spPr>
          <a:xfrm flipH="1">
            <a:off x="2893549" y="1920323"/>
            <a:ext cx="379495" cy="104526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Shape 59">
            <a:extLst>
              <a:ext uri="{FF2B5EF4-FFF2-40B4-BE49-F238E27FC236}">
                <a16:creationId xmlns:a16="http://schemas.microsoft.com/office/drawing/2014/main" id="{9E10EFB7-2D80-4910-7235-69F4582A140B}"/>
              </a:ext>
            </a:extLst>
          </p:cNvPr>
          <p:cNvSpPr/>
          <p:nvPr/>
        </p:nvSpPr>
        <p:spPr>
          <a:xfrm flipH="1">
            <a:off x="2893548" y="2638563"/>
            <a:ext cx="379495" cy="104526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0" name="Shape 59">
            <a:extLst>
              <a:ext uri="{FF2B5EF4-FFF2-40B4-BE49-F238E27FC236}">
                <a16:creationId xmlns:a16="http://schemas.microsoft.com/office/drawing/2014/main" id="{E4E78DA5-EBAA-6D03-F6FC-722DE30E4694}"/>
              </a:ext>
            </a:extLst>
          </p:cNvPr>
          <p:cNvSpPr/>
          <p:nvPr/>
        </p:nvSpPr>
        <p:spPr>
          <a:xfrm rot="10800000" flipH="1">
            <a:off x="2893549" y="2796319"/>
            <a:ext cx="379495" cy="104526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4" name="Shape 59">
            <a:extLst>
              <a:ext uri="{FF2B5EF4-FFF2-40B4-BE49-F238E27FC236}">
                <a16:creationId xmlns:a16="http://schemas.microsoft.com/office/drawing/2014/main" id="{F3B8B161-8576-8FCE-684E-D19EF7109B4A}"/>
              </a:ext>
            </a:extLst>
          </p:cNvPr>
          <p:cNvSpPr/>
          <p:nvPr/>
        </p:nvSpPr>
        <p:spPr>
          <a:xfrm rot="10800000" flipH="1">
            <a:off x="2893549" y="3284749"/>
            <a:ext cx="379495" cy="104526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B329599-2FC5-3C9E-FEC9-FA77E26DC450}"/>
              </a:ext>
            </a:extLst>
          </p:cNvPr>
          <p:cNvGrpSpPr/>
          <p:nvPr/>
        </p:nvGrpSpPr>
        <p:grpSpPr>
          <a:xfrm>
            <a:off x="332859" y="4132524"/>
            <a:ext cx="1813560" cy="457603"/>
            <a:chOff x="351133" y="4113327"/>
            <a:chExt cx="1813560" cy="457603"/>
          </a:xfrm>
        </p:grpSpPr>
        <p:sp>
          <p:nvSpPr>
            <p:cNvPr id="128" name="Shape 26">
              <a:extLst>
                <a:ext uri="{FF2B5EF4-FFF2-40B4-BE49-F238E27FC236}">
                  <a16:creationId xmlns:a16="http://schemas.microsoft.com/office/drawing/2014/main" id="{D8C993D4-2E3C-D6FA-8B16-ED21CCAB96F2}"/>
                </a:ext>
              </a:extLst>
            </p:cNvPr>
            <p:cNvSpPr/>
            <p:nvPr/>
          </p:nvSpPr>
          <p:spPr>
            <a:xfrm>
              <a:off x="351133" y="4113327"/>
              <a:ext cx="1813560" cy="457603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9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645AE53B-3C6E-5197-F98F-C4429BEF68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9149" y="4169477"/>
              <a:ext cx="187457" cy="201613"/>
            </a:xfrm>
            <a:prstGeom prst="rect">
              <a:avLst/>
            </a:prstGeom>
          </p:spPr>
        </p:pic>
        <p:sp>
          <p:nvSpPr>
            <p:cNvPr id="130" name="Text 27">
              <a:extLst>
                <a:ext uri="{FF2B5EF4-FFF2-40B4-BE49-F238E27FC236}">
                  <a16:creationId xmlns:a16="http://schemas.microsoft.com/office/drawing/2014/main" id="{5A8A2794-239E-AD00-2E68-98CD7EAD3A98}"/>
                </a:ext>
              </a:extLst>
            </p:cNvPr>
            <p:cNvSpPr/>
            <p:nvPr/>
          </p:nvSpPr>
          <p:spPr>
            <a:xfrm>
              <a:off x="716718" y="4160106"/>
              <a:ext cx="1406670" cy="1633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Table</a:t>
              </a:r>
              <a:endParaRPr lang="en-US" sz="1200" dirty="0"/>
            </a:p>
          </p:txBody>
        </p:sp>
        <p:sp>
          <p:nvSpPr>
            <p:cNvPr id="131" name="Text 28">
              <a:extLst>
                <a:ext uri="{FF2B5EF4-FFF2-40B4-BE49-F238E27FC236}">
                  <a16:creationId xmlns:a16="http://schemas.microsoft.com/office/drawing/2014/main" id="{8A8838CD-57C6-7FF6-CBD2-C1BE374C8DBD}"/>
                </a:ext>
              </a:extLst>
            </p:cNvPr>
            <p:cNvSpPr/>
            <p:nvPr/>
          </p:nvSpPr>
          <p:spPr>
            <a:xfrm>
              <a:off x="716719" y="4347500"/>
              <a:ext cx="1196052" cy="142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Conversation ids</a:t>
              </a:r>
              <a:endParaRPr lang="en-US" sz="700" dirty="0">
                <a:solidFill>
                  <a:srgbClr val="4D65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8D27556-EF2C-EBBF-9BB3-8887C04E82F2}"/>
              </a:ext>
            </a:extLst>
          </p:cNvPr>
          <p:cNvGrpSpPr/>
          <p:nvPr/>
        </p:nvGrpSpPr>
        <p:grpSpPr>
          <a:xfrm>
            <a:off x="4067412" y="4132524"/>
            <a:ext cx="1903634" cy="457603"/>
            <a:chOff x="4085686" y="4113327"/>
            <a:chExt cx="1903634" cy="457603"/>
          </a:xfrm>
        </p:grpSpPr>
        <p:sp>
          <p:nvSpPr>
            <p:cNvPr id="133" name="Shape 26">
              <a:extLst>
                <a:ext uri="{FF2B5EF4-FFF2-40B4-BE49-F238E27FC236}">
                  <a16:creationId xmlns:a16="http://schemas.microsoft.com/office/drawing/2014/main" id="{2EAC93CE-E5EB-D90D-3CBC-EF7828987954}"/>
                </a:ext>
              </a:extLst>
            </p:cNvPr>
            <p:cNvSpPr/>
            <p:nvPr/>
          </p:nvSpPr>
          <p:spPr>
            <a:xfrm>
              <a:off x="4085686" y="4113327"/>
              <a:ext cx="1903634" cy="457603"/>
            </a:xfrm>
            <a:prstGeom prst="roundRect">
              <a:avLst>
                <a:gd name="adj" fmla="val 8000"/>
              </a:avLst>
            </a:prstGeom>
            <a:solidFill>
              <a:srgbClr val="F9FCFF"/>
            </a:solidFill>
            <a:ln w="12700">
              <a:solidFill>
                <a:srgbClr val="BFD3E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4" name="Image 5" descr="C:\Users\tibarar\OneDrive - Microsoft\Desktop\MyProjects\extract-insight-action\artifacts\ppt-icons\10086-icon-service-Storage-Accounts.svg">
              <a:extLst>
                <a:ext uri="{FF2B5EF4-FFF2-40B4-BE49-F238E27FC236}">
                  <a16:creationId xmlns:a16="http://schemas.microsoft.com/office/drawing/2014/main" id="{2EAAD9D6-820D-3EED-AB6E-28EA926779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53701" y="4169477"/>
              <a:ext cx="187457" cy="206588"/>
            </a:xfrm>
            <a:prstGeom prst="rect">
              <a:avLst/>
            </a:prstGeom>
          </p:spPr>
        </p:pic>
        <p:sp>
          <p:nvSpPr>
            <p:cNvPr id="135" name="Text 27">
              <a:extLst>
                <a:ext uri="{FF2B5EF4-FFF2-40B4-BE49-F238E27FC236}">
                  <a16:creationId xmlns:a16="http://schemas.microsoft.com/office/drawing/2014/main" id="{596433F6-C444-37DA-37D7-F9F450F73F13}"/>
                </a:ext>
              </a:extLst>
            </p:cNvPr>
            <p:cNvSpPr/>
            <p:nvPr/>
          </p:nvSpPr>
          <p:spPr>
            <a:xfrm>
              <a:off x="4451271" y="4160106"/>
              <a:ext cx="1500768" cy="166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6324A"/>
                  </a:solidFill>
                  <a:latin typeface="Segoe UI Semibold" pitchFamily="34" charset="0"/>
                  <a:ea typeface="Segoe UI Semibold" pitchFamily="34" charset="-122"/>
                  <a:cs typeface="Segoe UI Semibold" pitchFamily="34" charset="-120"/>
                </a:rPr>
                <a:t>Azure Storage Queue</a:t>
              </a:r>
              <a:endParaRPr lang="en-US" sz="1200" dirty="0"/>
            </a:p>
          </p:txBody>
        </p:sp>
        <p:sp>
          <p:nvSpPr>
            <p:cNvPr id="136" name="Text 28">
              <a:extLst>
                <a:ext uri="{FF2B5EF4-FFF2-40B4-BE49-F238E27FC236}">
                  <a16:creationId xmlns:a16="http://schemas.microsoft.com/office/drawing/2014/main" id="{B8499345-954A-D8EB-2AF4-3BA801D57E84}"/>
                </a:ext>
              </a:extLst>
            </p:cNvPr>
            <p:cNvSpPr/>
            <p:nvPr/>
          </p:nvSpPr>
          <p:spPr>
            <a:xfrm>
              <a:off x="4451271" y="4347500"/>
              <a:ext cx="1057669" cy="189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buSzPts val="1000"/>
                <a:buFont typeface="Arial" panose="020B0604020202020204" pitchFamily="34" charset="0"/>
                <a:buChar char="•"/>
              </a:pPr>
              <a:r>
                <a:rPr lang="en-US" sz="1000" dirty="0">
                  <a:solidFill>
                    <a:srgbClr val="4D657A"/>
                  </a:solidFill>
                  <a:latin typeface="Segoe UI" panose="020B0502040204020203" pitchFamily="34" charset="0"/>
                  <a:ea typeface="Segoe UI" pitchFamily="34" charset="-122"/>
                  <a:cs typeface="Segoe UI" panose="020B0502040204020203" pitchFamily="34" charset="0"/>
                </a:rPr>
                <a:t>States</a:t>
              </a:r>
            </a:p>
          </p:txBody>
        </p:sp>
      </p:grpSp>
      <p:sp>
        <p:nvSpPr>
          <p:cNvPr id="143" name="Shape 59">
            <a:extLst>
              <a:ext uri="{FF2B5EF4-FFF2-40B4-BE49-F238E27FC236}">
                <a16:creationId xmlns:a16="http://schemas.microsoft.com/office/drawing/2014/main" id="{F38AB3A3-F30E-7488-4A1F-ABA92A18CF35}"/>
              </a:ext>
            </a:extLst>
          </p:cNvPr>
          <p:cNvSpPr/>
          <p:nvPr/>
        </p:nvSpPr>
        <p:spPr>
          <a:xfrm flipH="1">
            <a:off x="1719011" y="1618570"/>
            <a:ext cx="1534982" cy="100584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5" name="Shape 59">
            <a:extLst>
              <a:ext uri="{FF2B5EF4-FFF2-40B4-BE49-F238E27FC236}">
                <a16:creationId xmlns:a16="http://schemas.microsoft.com/office/drawing/2014/main" id="{5BEB8284-D10B-99B1-D4E2-38D13EDF5A0F}"/>
              </a:ext>
            </a:extLst>
          </p:cNvPr>
          <p:cNvSpPr/>
          <p:nvPr/>
        </p:nvSpPr>
        <p:spPr>
          <a:xfrm flipH="1">
            <a:off x="1708834" y="3770708"/>
            <a:ext cx="1534982" cy="100584"/>
          </a:xfrm>
          <a:prstGeom prst="chevron">
            <a:avLst/>
          </a:prstGeom>
          <a:solidFill>
            <a:srgbClr val="5A86AF"/>
          </a:solidFill>
          <a:ln w="6350">
            <a:solidFill>
              <a:srgbClr val="5A86A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57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598</Words>
  <Application>Microsoft Office PowerPoint</Application>
  <PresentationFormat>Widescreen</PresentationFormat>
  <Paragraphs>163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Segoe UI</vt:lpstr>
      <vt:lpstr>Segoe UI Semibold</vt:lpstr>
      <vt:lpstr>Trebuchet MS</vt:lpstr>
      <vt:lpstr>Office Theme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Extract-Insight-Action Enterprise Architecture</dc:title>
  <dc:subject>Extract Insight Action architecture</dc:subject>
  <dc:creator>GitHub Copilot</dc:creator>
  <cp:lastModifiedBy>Tirthankar Barari (TR)</cp:lastModifiedBy>
  <cp:revision>1</cp:revision>
  <dcterms:created xsi:type="dcterms:W3CDTF">2026-05-29T02:31:24Z</dcterms:created>
  <dcterms:modified xsi:type="dcterms:W3CDTF">2026-06-03T21:33:33Z</dcterms:modified>
</cp:coreProperties>
</file>