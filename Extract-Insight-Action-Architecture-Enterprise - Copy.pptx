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9" r:id="rId2"/>
    <p:sldId id="258" r:id="rId3"/>
    <p:sldId id="261" r:id="rId4"/>
    <p:sldId id="260"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3DE6D7-9D50-4860-8B7C-676B93AA1352}">
          <p14:sldIdLst>
            <p14:sldId id="259"/>
            <p14:sldId id="258"/>
            <p14:sldId id="261"/>
          </p14:sldIdLst>
        </p14:section>
        <p14:section name="archive" id="{415FC4B5-2493-4045-B0DD-826EC23A97AC}">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59FCE9-27C1-41AA-92EE-8AA829695188}" v="11" dt="2026-06-25T21:49:09.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06" autoAdjust="0"/>
    <p:restoredTop sz="80746" autoAdjust="0"/>
  </p:normalViewPr>
  <p:slideViewPr>
    <p:cSldViewPr snapToGrid="0" snapToObjects="1">
      <p:cViewPr varScale="1">
        <p:scale>
          <a:sx n="90" d="100"/>
          <a:sy n="90"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thankar Barari (TR)" userId="e41d4ef3-c9c5-4f08-a494-4c3cb9d953aa" providerId="ADAL" clId="{FDA9B3D4-9EE2-49C8-BD6B-D26A18FAF216}"/>
    <pc:docChg chg="undo redo custSel addSld delSld modSld sldOrd addSection modSection">
      <pc:chgData name="Tirthankar Barari (TR)" userId="e41d4ef3-c9c5-4f08-a494-4c3cb9d953aa" providerId="ADAL" clId="{FDA9B3D4-9EE2-49C8-BD6B-D26A18FAF216}" dt="2026-06-25T21:52:05.194" v="3287" actId="20577"/>
      <pc:docMkLst>
        <pc:docMk/>
      </pc:docMkLst>
      <pc:sldChg chg="addSp delSp modSp add mod setBg">
        <pc:chgData name="Tirthankar Barari (TR)" userId="e41d4ef3-c9c5-4f08-a494-4c3cb9d953aa" providerId="ADAL" clId="{FDA9B3D4-9EE2-49C8-BD6B-D26A18FAF216}" dt="2026-06-25T20:02:33.610" v="2092" actId="26606"/>
        <pc:sldMkLst>
          <pc:docMk/>
          <pc:sldMk cId="4205993008" sldId="258"/>
        </pc:sldMkLst>
        <pc:spChg chg="mod">
          <ac:chgData name="Tirthankar Barari (TR)" userId="e41d4ef3-c9c5-4f08-a494-4c3cb9d953aa" providerId="ADAL" clId="{FDA9B3D4-9EE2-49C8-BD6B-D26A18FAF216}" dt="2026-06-03T21:17:48.538" v="1899" actId="26606"/>
          <ac:spMkLst>
            <pc:docMk/>
            <pc:sldMk cId="4205993008" sldId="258"/>
            <ac:spMk id="2" creationId="{8E798FC7-1771-84E4-BD9C-94BFAD49DC5A}"/>
          </ac:spMkLst>
        </pc:spChg>
        <pc:spChg chg="mod">
          <ac:chgData name="Tirthankar Barari (TR)" userId="e41d4ef3-c9c5-4f08-a494-4c3cb9d953aa" providerId="ADAL" clId="{FDA9B3D4-9EE2-49C8-BD6B-D26A18FAF216}" dt="2026-06-03T21:29:21.682" v="1978" actId="20577"/>
          <ac:spMkLst>
            <pc:docMk/>
            <pc:sldMk cId="4205993008" sldId="258"/>
            <ac:spMk id="4" creationId="{FA563071-0FA5-C792-726A-CD2E40D3AD9D}"/>
          </ac:spMkLst>
        </pc:spChg>
        <pc:spChg chg="mod">
          <ac:chgData name="Tirthankar Barari (TR)" userId="e41d4ef3-c9c5-4f08-a494-4c3cb9d953aa" providerId="ADAL" clId="{FDA9B3D4-9EE2-49C8-BD6B-D26A18FAF216}" dt="2026-06-03T21:22:44.037" v="1900" actId="26606"/>
          <ac:spMkLst>
            <pc:docMk/>
            <pc:sldMk cId="4205993008" sldId="258"/>
            <ac:spMk id="5" creationId="{82B02A79-888D-3E49-809B-9FC39899ED77}"/>
          </ac:spMkLst>
        </pc:spChg>
        <pc:spChg chg="mod">
          <ac:chgData name="Tirthankar Barari (TR)" userId="e41d4ef3-c9c5-4f08-a494-4c3cb9d953aa" providerId="ADAL" clId="{FDA9B3D4-9EE2-49C8-BD6B-D26A18FAF216}" dt="2026-06-03T21:22:44.037" v="1900" actId="26606"/>
          <ac:spMkLst>
            <pc:docMk/>
            <pc:sldMk cId="4205993008" sldId="258"/>
            <ac:spMk id="6" creationId="{D718D1A4-A6C7-A51A-852B-ED7EE2373597}"/>
          </ac:spMkLst>
        </pc:spChg>
        <pc:spChg chg="mod">
          <ac:chgData name="Tirthankar Barari (TR)" userId="e41d4ef3-c9c5-4f08-a494-4c3cb9d953aa" providerId="ADAL" clId="{FDA9B3D4-9EE2-49C8-BD6B-D26A18FAF216}" dt="2026-06-03T21:10:36.758" v="1898" actId="26606"/>
          <ac:spMkLst>
            <pc:docMk/>
            <pc:sldMk cId="4205993008" sldId="258"/>
            <ac:spMk id="7" creationId="{81448274-4FBB-0256-16DE-A837B4353C18}"/>
          </ac:spMkLst>
        </pc:spChg>
        <pc:spChg chg="mod">
          <ac:chgData name="Tirthankar Barari (TR)" userId="e41d4ef3-c9c5-4f08-a494-4c3cb9d953aa" providerId="ADAL" clId="{FDA9B3D4-9EE2-49C8-BD6B-D26A18FAF216}" dt="2026-06-03T21:10:36.758" v="1898" actId="26606"/>
          <ac:spMkLst>
            <pc:docMk/>
            <pc:sldMk cId="4205993008" sldId="258"/>
            <ac:spMk id="8" creationId="{DACA0E01-049C-C785-4CD0-6E5ABE0456E3}"/>
          </ac:spMkLst>
        </pc:spChg>
        <pc:spChg chg="mod">
          <ac:chgData name="Tirthankar Barari (TR)" userId="e41d4ef3-c9c5-4f08-a494-4c3cb9d953aa" providerId="ADAL" clId="{FDA9B3D4-9EE2-49C8-BD6B-D26A18FAF216}" dt="2026-06-03T21:22:44.037" v="1900" actId="26606"/>
          <ac:spMkLst>
            <pc:docMk/>
            <pc:sldMk cId="4205993008" sldId="258"/>
            <ac:spMk id="9" creationId="{E6DC323E-81F6-F5A8-690F-91B251F877DD}"/>
          </ac:spMkLst>
        </pc:spChg>
        <pc:spChg chg="mod">
          <ac:chgData name="Tirthankar Barari (TR)" userId="e41d4ef3-c9c5-4f08-a494-4c3cb9d953aa" providerId="ADAL" clId="{FDA9B3D4-9EE2-49C8-BD6B-D26A18FAF216}" dt="2026-06-03T21:22:44.037" v="1900" actId="26606"/>
          <ac:spMkLst>
            <pc:docMk/>
            <pc:sldMk cId="4205993008" sldId="258"/>
            <ac:spMk id="10" creationId="{2E25EAC1-896A-107A-6FBB-395B69C3946D}"/>
          </ac:spMkLst>
        </pc:spChg>
        <pc:spChg chg="mod">
          <ac:chgData name="Tirthankar Barari (TR)" userId="e41d4ef3-c9c5-4f08-a494-4c3cb9d953aa" providerId="ADAL" clId="{FDA9B3D4-9EE2-49C8-BD6B-D26A18FAF216}" dt="2026-06-03T21:22:44.037" v="1900" actId="26606"/>
          <ac:spMkLst>
            <pc:docMk/>
            <pc:sldMk cId="4205993008" sldId="258"/>
            <ac:spMk id="11" creationId="{FD36CE94-BD8C-077A-030A-5DC966B6A769}"/>
          </ac:spMkLst>
        </pc:spChg>
        <pc:spChg chg="mod">
          <ac:chgData name="Tirthankar Barari (TR)" userId="e41d4ef3-c9c5-4f08-a494-4c3cb9d953aa" providerId="ADAL" clId="{FDA9B3D4-9EE2-49C8-BD6B-D26A18FAF216}" dt="2026-06-03T21:22:44.037" v="1900" actId="26606"/>
          <ac:spMkLst>
            <pc:docMk/>
            <pc:sldMk cId="4205993008" sldId="258"/>
            <ac:spMk id="12" creationId="{0F2DF033-0903-E0FA-D73E-156F19E9CEA8}"/>
          </ac:spMkLst>
        </pc:spChg>
        <pc:spChg chg="mod">
          <ac:chgData name="Tirthankar Barari (TR)" userId="e41d4ef3-c9c5-4f08-a494-4c3cb9d953aa" providerId="ADAL" clId="{FDA9B3D4-9EE2-49C8-BD6B-D26A18FAF216}" dt="2026-06-03T00:44:34.676" v="776" actId="14100"/>
          <ac:spMkLst>
            <pc:docMk/>
            <pc:sldMk cId="4205993008" sldId="258"/>
            <ac:spMk id="13" creationId="{242FA6E3-C65E-9601-77E1-B7F2FB23C4B3}"/>
          </ac:spMkLst>
        </pc:spChg>
        <pc:spChg chg="mod">
          <ac:chgData name="Tirthankar Barari (TR)" userId="e41d4ef3-c9c5-4f08-a494-4c3cb9d953aa" providerId="ADAL" clId="{FDA9B3D4-9EE2-49C8-BD6B-D26A18FAF216}" dt="2026-06-03T17:26:33.031" v="834" actId="20577"/>
          <ac:spMkLst>
            <pc:docMk/>
            <pc:sldMk cId="4205993008" sldId="258"/>
            <ac:spMk id="15" creationId="{20AECCC9-E2D1-765E-57EF-BDB100574727}"/>
          </ac:spMkLst>
        </pc:spChg>
        <pc:spChg chg="mod">
          <ac:chgData name="Tirthankar Barari (TR)" userId="e41d4ef3-c9c5-4f08-a494-4c3cb9d953aa" providerId="ADAL" clId="{FDA9B3D4-9EE2-49C8-BD6B-D26A18FAF216}" dt="2026-06-03T17:24:52.237" v="823" actId="14100"/>
          <ac:spMkLst>
            <pc:docMk/>
            <pc:sldMk cId="4205993008" sldId="258"/>
            <ac:spMk id="16" creationId="{AB0327D9-AAB4-A92C-7CE9-83FF3440BD16}"/>
          </ac:spMkLst>
        </pc:spChg>
        <pc:spChg chg="mod">
          <ac:chgData name="Tirthankar Barari (TR)" userId="e41d4ef3-c9c5-4f08-a494-4c3cb9d953aa" providerId="ADAL" clId="{FDA9B3D4-9EE2-49C8-BD6B-D26A18FAF216}" dt="2026-06-03T00:44:45.490" v="777" actId="14100"/>
          <ac:spMkLst>
            <pc:docMk/>
            <pc:sldMk cId="4205993008" sldId="258"/>
            <ac:spMk id="17" creationId="{6AAA9C29-AC4B-FFB1-6F9D-954214B4502E}"/>
          </ac:spMkLst>
        </pc:spChg>
        <pc:spChg chg="mod">
          <ac:chgData name="Tirthankar Barari (TR)" userId="e41d4ef3-c9c5-4f08-a494-4c3cb9d953aa" providerId="ADAL" clId="{FDA9B3D4-9EE2-49C8-BD6B-D26A18FAF216}" dt="2026-06-03T17:26:28.121" v="833" actId="14100"/>
          <ac:spMkLst>
            <pc:docMk/>
            <pc:sldMk cId="4205993008" sldId="258"/>
            <ac:spMk id="19" creationId="{6B99062F-D097-2238-DA22-14E16DA481FA}"/>
          </ac:spMkLst>
        </pc:spChg>
        <pc:spChg chg="mod">
          <ac:chgData name="Tirthankar Barari (TR)" userId="e41d4ef3-c9c5-4f08-a494-4c3cb9d953aa" providerId="ADAL" clId="{FDA9B3D4-9EE2-49C8-BD6B-D26A18FAF216}" dt="2026-06-02T21:41:57.125" v="758" actId="12"/>
          <ac:spMkLst>
            <pc:docMk/>
            <pc:sldMk cId="4205993008" sldId="258"/>
            <ac:spMk id="20" creationId="{2933FFAF-53CD-C99B-7230-2FA8AED53664}"/>
          </ac:spMkLst>
        </pc:spChg>
        <pc:spChg chg="mod">
          <ac:chgData name="Tirthankar Barari (TR)" userId="e41d4ef3-c9c5-4f08-a494-4c3cb9d953aa" providerId="ADAL" clId="{FDA9B3D4-9EE2-49C8-BD6B-D26A18FAF216}" dt="2026-06-03T00:44:58.025" v="778" actId="14100"/>
          <ac:spMkLst>
            <pc:docMk/>
            <pc:sldMk cId="4205993008" sldId="258"/>
            <ac:spMk id="21" creationId="{4A2BF2D5-5367-1FF9-6124-22F0628BBAA6}"/>
          </ac:spMkLst>
        </pc:spChg>
        <pc:spChg chg="mod">
          <ac:chgData name="Tirthankar Barari (TR)" userId="e41d4ef3-c9c5-4f08-a494-4c3cb9d953aa" providerId="ADAL" clId="{FDA9B3D4-9EE2-49C8-BD6B-D26A18FAF216}" dt="2026-06-03T17:26:44.276" v="836" actId="255"/>
          <ac:spMkLst>
            <pc:docMk/>
            <pc:sldMk cId="4205993008" sldId="258"/>
            <ac:spMk id="23" creationId="{B9107A74-C8BB-2070-A386-ED7A494BA9E9}"/>
          </ac:spMkLst>
        </pc:spChg>
        <pc:spChg chg="mod">
          <ac:chgData name="Tirthankar Barari (TR)" userId="e41d4ef3-c9c5-4f08-a494-4c3cb9d953aa" providerId="ADAL" clId="{FDA9B3D4-9EE2-49C8-BD6B-D26A18FAF216}" dt="2026-06-02T21:41:50.639" v="757" actId="12"/>
          <ac:spMkLst>
            <pc:docMk/>
            <pc:sldMk cId="4205993008" sldId="258"/>
            <ac:spMk id="24" creationId="{54C1D6B6-439D-4574-25F2-C82A81731E24}"/>
          </ac:spMkLst>
        </pc:spChg>
        <pc:spChg chg="mod">
          <ac:chgData name="Tirthankar Barari (TR)" userId="e41d4ef3-c9c5-4f08-a494-4c3cb9d953aa" providerId="ADAL" clId="{FDA9B3D4-9EE2-49C8-BD6B-D26A18FAF216}" dt="2026-06-03T17:41:12.856" v="899" actId="1076"/>
          <ac:spMkLst>
            <pc:docMk/>
            <pc:sldMk cId="4205993008" sldId="258"/>
            <ac:spMk id="25" creationId="{38307DE4-7734-25F5-A34B-E29B0DF31E6E}"/>
          </ac:spMkLst>
        </pc:spChg>
        <pc:spChg chg="mod">
          <ac:chgData name="Tirthankar Barari (TR)" userId="e41d4ef3-c9c5-4f08-a494-4c3cb9d953aa" providerId="ADAL" clId="{FDA9B3D4-9EE2-49C8-BD6B-D26A18FAF216}" dt="2026-06-03T18:23:13.469" v="1381" actId="1076"/>
          <ac:spMkLst>
            <pc:docMk/>
            <pc:sldMk cId="4205993008" sldId="258"/>
            <ac:spMk id="27" creationId="{DA151E7D-16B8-CC5E-9D2D-B92AA2ED5946}"/>
          </ac:spMkLst>
        </pc:spChg>
        <pc:spChg chg="mod">
          <ac:chgData name="Tirthankar Barari (TR)" userId="e41d4ef3-c9c5-4f08-a494-4c3cb9d953aa" providerId="ADAL" clId="{FDA9B3D4-9EE2-49C8-BD6B-D26A18FAF216}" dt="2026-06-03T18:23:13.469" v="1381" actId="1076"/>
          <ac:spMkLst>
            <pc:docMk/>
            <pc:sldMk cId="4205993008" sldId="258"/>
            <ac:spMk id="28" creationId="{257A4882-A239-F237-FE3C-AEE2615255A8}"/>
          </ac:spMkLst>
        </pc:spChg>
        <pc:spChg chg="mod">
          <ac:chgData name="Tirthankar Barari (TR)" userId="e41d4ef3-c9c5-4f08-a494-4c3cb9d953aa" providerId="ADAL" clId="{FDA9B3D4-9EE2-49C8-BD6B-D26A18FAF216}" dt="2026-06-03T18:49:26.615" v="1582" actId="14100"/>
          <ac:spMkLst>
            <pc:docMk/>
            <pc:sldMk cId="4205993008" sldId="258"/>
            <ac:spMk id="29" creationId="{E261F94B-31D2-9A90-2276-1BFCD6E38BEE}"/>
          </ac:spMkLst>
        </pc:spChg>
        <pc:spChg chg="mod">
          <ac:chgData name="Tirthankar Barari (TR)" userId="e41d4ef3-c9c5-4f08-a494-4c3cb9d953aa" providerId="ADAL" clId="{FDA9B3D4-9EE2-49C8-BD6B-D26A18FAF216}" dt="2026-06-03T18:48:35.462" v="1578" actId="255"/>
          <ac:spMkLst>
            <pc:docMk/>
            <pc:sldMk cId="4205993008" sldId="258"/>
            <ac:spMk id="31" creationId="{064263E7-9F5E-76AE-CB5B-5DA530EBCA73}"/>
          </ac:spMkLst>
        </pc:spChg>
        <pc:spChg chg="mod">
          <ac:chgData name="Tirthankar Barari (TR)" userId="e41d4ef3-c9c5-4f08-a494-4c3cb9d953aa" providerId="ADAL" clId="{FDA9B3D4-9EE2-49C8-BD6B-D26A18FAF216}" dt="2026-06-02T21:43:40.359" v="765" actId="12"/>
          <ac:spMkLst>
            <pc:docMk/>
            <pc:sldMk cId="4205993008" sldId="258"/>
            <ac:spMk id="32" creationId="{85C157FB-89D3-7ABB-F5C4-43E4401E6C81}"/>
          </ac:spMkLst>
        </pc:spChg>
        <pc:spChg chg="add mod">
          <ac:chgData name="Tirthankar Barari (TR)" userId="e41d4ef3-c9c5-4f08-a494-4c3cb9d953aa" providerId="ADAL" clId="{FDA9B3D4-9EE2-49C8-BD6B-D26A18FAF216}" dt="2026-06-03T18:50:07.417" v="1618" actId="14100"/>
          <ac:spMkLst>
            <pc:docMk/>
            <pc:sldMk cId="4205993008" sldId="258"/>
            <ac:spMk id="33" creationId="{F0BA04D7-D4CA-5EDD-6E51-5EDA96DBBE76}"/>
          </ac:spMkLst>
        </pc:spChg>
        <pc:spChg chg="add mod">
          <ac:chgData name="Tirthankar Barari (TR)" userId="e41d4ef3-c9c5-4f08-a494-4c3cb9d953aa" providerId="ADAL" clId="{FDA9B3D4-9EE2-49C8-BD6B-D26A18FAF216}" dt="2026-06-03T18:48:23.875" v="1575" actId="255"/>
          <ac:spMkLst>
            <pc:docMk/>
            <pc:sldMk cId="4205993008" sldId="258"/>
            <ac:spMk id="35" creationId="{E3AACD4C-5641-3E6E-49CA-58A2A25CAB30}"/>
          </ac:spMkLst>
        </pc:spChg>
        <pc:spChg chg="add mod">
          <ac:chgData name="Tirthankar Barari (TR)" userId="e41d4ef3-c9c5-4f08-a494-4c3cb9d953aa" providerId="ADAL" clId="{FDA9B3D4-9EE2-49C8-BD6B-D26A18FAF216}" dt="2026-06-03T18:50:09.873" v="1619" actId="20577"/>
          <ac:spMkLst>
            <pc:docMk/>
            <pc:sldMk cId="4205993008" sldId="258"/>
            <ac:spMk id="36" creationId="{11A13CF7-0E59-5BD4-8B4D-A259E2B0FAF2}"/>
          </ac:spMkLst>
        </pc:spChg>
        <pc:spChg chg="mod topLvl">
          <ac:chgData name="Tirthankar Barari (TR)" userId="e41d4ef3-c9c5-4f08-a494-4c3cb9d953aa" providerId="ADAL" clId="{FDA9B3D4-9EE2-49C8-BD6B-D26A18FAF216}" dt="2026-06-03T18:49:20.938" v="1581" actId="14100"/>
          <ac:spMkLst>
            <pc:docMk/>
            <pc:sldMk cId="4205993008" sldId="258"/>
            <ac:spMk id="37" creationId="{1C737381-ED17-07C3-794F-A5D0FBB58A03}"/>
          </ac:spMkLst>
        </pc:spChg>
        <pc:spChg chg="mod topLvl">
          <ac:chgData name="Tirthankar Barari (TR)" userId="e41d4ef3-c9c5-4f08-a494-4c3cb9d953aa" providerId="ADAL" clId="{FDA9B3D4-9EE2-49C8-BD6B-D26A18FAF216}" dt="2026-06-03T19:24:45.324" v="1730" actId="20577"/>
          <ac:spMkLst>
            <pc:docMk/>
            <pc:sldMk cId="4205993008" sldId="258"/>
            <ac:spMk id="39" creationId="{FB2B614A-FEFD-D765-D509-3ECF5343554E}"/>
          </ac:spMkLst>
        </pc:spChg>
        <pc:spChg chg="mod topLvl">
          <ac:chgData name="Tirthankar Barari (TR)" userId="e41d4ef3-c9c5-4f08-a494-4c3cb9d953aa" providerId="ADAL" clId="{FDA9B3D4-9EE2-49C8-BD6B-D26A18FAF216}" dt="2026-06-03T19:25:52.432" v="1772" actId="20577"/>
          <ac:spMkLst>
            <pc:docMk/>
            <pc:sldMk cId="4205993008" sldId="258"/>
            <ac:spMk id="40" creationId="{AD9CE3E6-BA17-AB74-E2B0-0C39AE2E3F24}"/>
          </ac:spMkLst>
        </pc:spChg>
        <pc:spChg chg="mod topLvl">
          <ac:chgData name="Tirthankar Barari (TR)" userId="e41d4ef3-c9c5-4f08-a494-4c3cb9d953aa" providerId="ADAL" clId="{FDA9B3D4-9EE2-49C8-BD6B-D26A18FAF216}" dt="2026-06-03T18:49:29.676" v="1583" actId="14100"/>
          <ac:spMkLst>
            <pc:docMk/>
            <pc:sldMk cId="4205993008" sldId="258"/>
            <ac:spMk id="41" creationId="{35F2024B-9C13-6AED-0279-81D61E56482C}"/>
          </ac:spMkLst>
        </pc:spChg>
        <pc:spChg chg="mod topLvl">
          <ac:chgData name="Tirthankar Barari (TR)" userId="e41d4ef3-c9c5-4f08-a494-4c3cb9d953aa" providerId="ADAL" clId="{FDA9B3D4-9EE2-49C8-BD6B-D26A18FAF216}" dt="2026-06-03T18:48:31.497" v="1577" actId="14100"/>
          <ac:spMkLst>
            <pc:docMk/>
            <pc:sldMk cId="4205993008" sldId="258"/>
            <ac:spMk id="43" creationId="{1091EC01-22C8-0F59-6C6E-88F8D75F9B88}"/>
          </ac:spMkLst>
        </pc:spChg>
        <pc:spChg chg="mod topLvl">
          <ac:chgData name="Tirthankar Barari (TR)" userId="e41d4ef3-c9c5-4f08-a494-4c3cb9d953aa" providerId="ADAL" clId="{FDA9B3D4-9EE2-49C8-BD6B-D26A18FAF216}" dt="2026-06-03T17:52:37.038" v="1023" actId="1076"/>
          <ac:spMkLst>
            <pc:docMk/>
            <pc:sldMk cId="4205993008" sldId="258"/>
            <ac:spMk id="44" creationId="{31FE6CAF-9D02-FFE0-FDEB-DB1CFDA7D8C4}"/>
          </ac:spMkLst>
        </pc:spChg>
        <pc:spChg chg="mod">
          <ac:chgData name="Tirthankar Barari (TR)" userId="e41d4ef3-c9c5-4f08-a494-4c3cb9d953aa" providerId="ADAL" clId="{FDA9B3D4-9EE2-49C8-BD6B-D26A18FAF216}" dt="2026-06-03T18:54:05.388" v="1650" actId="14100"/>
          <ac:spMkLst>
            <pc:docMk/>
            <pc:sldMk cId="4205993008" sldId="258"/>
            <ac:spMk id="45" creationId="{40496BD4-9DD5-48D6-1392-2D362E51BC63}"/>
          </ac:spMkLst>
        </pc:spChg>
        <pc:spChg chg="mod">
          <ac:chgData name="Tirthankar Barari (TR)" userId="e41d4ef3-c9c5-4f08-a494-4c3cb9d953aa" providerId="ADAL" clId="{FDA9B3D4-9EE2-49C8-BD6B-D26A18FAF216}" dt="2026-06-03T18:51:39.379" v="1633" actId="14100"/>
          <ac:spMkLst>
            <pc:docMk/>
            <pc:sldMk cId="4205993008" sldId="258"/>
            <ac:spMk id="47" creationId="{AD49AAD8-705C-36D6-6B9F-C67443643B25}"/>
          </ac:spMkLst>
        </pc:spChg>
        <pc:spChg chg="mod">
          <ac:chgData name="Tirthankar Barari (TR)" userId="e41d4ef3-c9c5-4f08-a494-4c3cb9d953aa" providerId="ADAL" clId="{FDA9B3D4-9EE2-49C8-BD6B-D26A18FAF216}" dt="2026-06-03T18:04:51.069" v="1164" actId="14100"/>
          <ac:spMkLst>
            <pc:docMk/>
            <pc:sldMk cId="4205993008" sldId="258"/>
            <ac:spMk id="48" creationId="{E8F10419-369F-AEED-C6DE-37C6F307B4D6}"/>
          </ac:spMkLst>
        </pc:spChg>
        <pc:spChg chg="mod">
          <ac:chgData name="Tirthankar Barari (TR)" userId="e41d4ef3-c9c5-4f08-a494-4c3cb9d953aa" providerId="ADAL" clId="{FDA9B3D4-9EE2-49C8-BD6B-D26A18FAF216}" dt="2026-06-03T18:54:12.865" v="1651" actId="14100"/>
          <ac:spMkLst>
            <pc:docMk/>
            <pc:sldMk cId="4205993008" sldId="258"/>
            <ac:spMk id="49" creationId="{FFDBEA69-D443-2744-73CE-68F60541C7D5}"/>
          </ac:spMkLst>
        </pc:spChg>
        <pc:spChg chg="mod">
          <ac:chgData name="Tirthankar Barari (TR)" userId="e41d4ef3-c9c5-4f08-a494-4c3cb9d953aa" providerId="ADAL" clId="{FDA9B3D4-9EE2-49C8-BD6B-D26A18FAF216}" dt="2026-06-03T18:51:36.153" v="1632" actId="14100"/>
          <ac:spMkLst>
            <pc:docMk/>
            <pc:sldMk cId="4205993008" sldId="258"/>
            <ac:spMk id="51" creationId="{8A716C3B-98B4-0542-E1E8-1C88118AD907}"/>
          </ac:spMkLst>
        </pc:spChg>
        <pc:spChg chg="mod">
          <ac:chgData name="Tirthankar Barari (TR)" userId="e41d4ef3-c9c5-4f08-a494-4c3cb9d953aa" providerId="ADAL" clId="{FDA9B3D4-9EE2-49C8-BD6B-D26A18FAF216}" dt="2026-06-03T18:52:47.376" v="1642" actId="1076"/>
          <ac:spMkLst>
            <pc:docMk/>
            <pc:sldMk cId="4205993008" sldId="258"/>
            <ac:spMk id="52" creationId="{372BC616-0F32-AC3F-5616-7F054D472377}"/>
          </ac:spMkLst>
        </pc:spChg>
        <pc:spChg chg="mod">
          <ac:chgData name="Tirthankar Barari (TR)" userId="e41d4ef3-c9c5-4f08-a494-4c3cb9d953aa" providerId="ADAL" clId="{FDA9B3D4-9EE2-49C8-BD6B-D26A18FAF216}" dt="2026-06-03T18:54:23.245" v="1652" actId="14100"/>
          <ac:spMkLst>
            <pc:docMk/>
            <pc:sldMk cId="4205993008" sldId="258"/>
            <ac:spMk id="53" creationId="{08188716-3977-C01F-BBC0-ECC6E587A8A4}"/>
          </ac:spMkLst>
        </pc:spChg>
        <pc:spChg chg="mod">
          <ac:chgData name="Tirthankar Barari (TR)" userId="e41d4ef3-c9c5-4f08-a494-4c3cb9d953aa" providerId="ADAL" clId="{FDA9B3D4-9EE2-49C8-BD6B-D26A18FAF216}" dt="2026-06-03T18:51:56.883" v="1636" actId="14100"/>
          <ac:spMkLst>
            <pc:docMk/>
            <pc:sldMk cId="4205993008" sldId="258"/>
            <ac:spMk id="55" creationId="{6F59F436-4182-3FF0-8832-173A5DD89970}"/>
          </ac:spMkLst>
        </pc:spChg>
        <pc:spChg chg="mod">
          <ac:chgData name="Tirthankar Barari (TR)" userId="e41d4ef3-c9c5-4f08-a494-4c3cb9d953aa" providerId="ADAL" clId="{FDA9B3D4-9EE2-49C8-BD6B-D26A18FAF216}" dt="2026-06-03T18:53:11.511" v="1647" actId="1076"/>
          <ac:spMkLst>
            <pc:docMk/>
            <pc:sldMk cId="4205993008" sldId="258"/>
            <ac:spMk id="56" creationId="{692778A8-16C7-5C25-E017-E67CBEAD536F}"/>
          </ac:spMkLst>
        </pc:spChg>
        <pc:spChg chg="mod">
          <ac:chgData name="Tirthankar Barari (TR)" userId="e41d4ef3-c9c5-4f08-a494-4c3cb9d953aa" providerId="ADAL" clId="{FDA9B3D4-9EE2-49C8-BD6B-D26A18FAF216}" dt="2026-06-03T18:56:57.593" v="1662" actId="554"/>
          <ac:spMkLst>
            <pc:docMk/>
            <pc:sldMk cId="4205993008" sldId="258"/>
            <ac:spMk id="57" creationId="{A18B2A75-30E2-F7C0-6BDB-DC27BA29CCB7}"/>
          </ac:spMkLst>
        </pc:spChg>
        <pc:spChg chg="mod">
          <ac:chgData name="Tirthankar Barari (TR)" userId="e41d4ef3-c9c5-4f08-a494-4c3cb9d953aa" providerId="ADAL" clId="{FDA9B3D4-9EE2-49C8-BD6B-D26A18FAF216}" dt="2026-06-03T21:10:36.758" v="1898" actId="26606"/>
          <ac:spMkLst>
            <pc:docMk/>
            <pc:sldMk cId="4205993008" sldId="258"/>
            <ac:spMk id="59" creationId="{7722FC5E-DF58-4596-2B18-D39A1BC2CE0C}"/>
          </ac:spMkLst>
        </pc:spChg>
        <pc:spChg chg="mod">
          <ac:chgData name="Tirthankar Barari (TR)" userId="e41d4ef3-c9c5-4f08-a494-4c3cb9d953aa" providerId="ADAL" clId="{FDA9B3D4-9EE2-49C8-BD6B-D26A18FAF216}" dt="2026-06-03T18:58:20.209" v="1675" actId="1076"/>
          <ac:spMkLst>
            <pc:docMk/>
            <pc:sldMk cId="4205993008" sldId="258"/>
            <ac:spMk id="60" creationId="{EB5A1618-BAA5-5AFA-E1FB-21962AA19BAD}"/>
          </ac:spMkLst>
        </pc:spChg>
        <pc:spChg chg="mod">
          <ac:chgData name="Tirthankar Barari (TR)" userId="e41d4ef3-c9c5-4f08-a494-4c3cb9d953aa" providerId="ADAL" clId="{FDA9B3D4-9EE2-49C8-BD6B-D26A18FAF216}" dt="2026-06-03T18:56:57.593" v="1662" actId="554"/>
          <ac:spMkLst>
            <pc:docMk/>
            <pc:sldMk cId="4205993008" sldId="258"/>
            <ac:spMk id="61" creationId="{F66C3685-F088-315D-B4B5-75FDC0A6CDB1}"/>
          </ac:spMkLst>
        </pc:spChg>
        <pc:spChg chg="mod">
          <ac:chgData name="Tirthankar Barari (TR)" userId="e41d4ef3-c9c5-4f08-a494-4c3cb9d953aa" providerId="ADAL" clId="{FDA9B3D4-9EE2-49C8-BD6B-D26A18FAF216}" dt="2026-06-03T21:10:36.758" v="1898" actId="26606"/>
          <ac:spMkLst>
            <pc:docMk/>
            <pc:sldMk cId="4205993008" sldId="258"/>
            <ac:spMk id="63" creationId="{23CD95E9-B584-C27E-66A2-9DD7E18CA7C1}"/>
          </ac:spMkLst>
        </pc:spChg>
        <pc:spChg chg="mod">
          <ac:chgData name="Tirthankar Barari (TR)" userId="e41d4ef3-c9c5-4f08-a494-4c3cb9d953aa" providerId="ADAL" clId="{FDA9B3D4-9EE2-49C8-BD6B-D26A18FAF216}" dt="2026-06-03T18:58:20.209" v="1675" actId="1076"/>
          <ac:spMkLst>
            <pc:docMk/>
            <pc:sldMk cId="4205993008" sldId="258"/>
            <ac:spMk id="64" creationId="{039FAF47-D07F-EAE8-52B0-EDAA5BE5DA64}"/>
          </ac:spMkLst>
        </pc:spChg>
        <pc:spChg chg="mod">
          <ac:chgData name="Tirthankar Barari (TR)" userId="e41d4ef3-c9c5-4f08-a494-4c3cb9d953aa" providerId="ADAL" clId="{FDA9B3D4-9EE2-49C8-BD6B-D26A18FAF216}" dt="2026-06-03T18:56:57.593" v="1662" actId="554"/>
          <ac:spMkLst>
            <pc:docMk/>
            <pc:sldMk cId="4205993008" sldId="258"/>
            <ac:spMk id="65" creationId="{E1C58D2D-5AEF-C41C-D86C-5E7EE0D560D8}"/>
          </ac:spMkLst>
        </pc:spChg>
        <pc:spChg chg="mod">
          <ac:chgData name="Tirthankar Barari (TR)" userId="e41d4ef3-c9c5-4f08-a494-4c3cb9d953aa" providerId="ADAL" clId="{FDA9B3D4-9EE2-49C8-BD6B-D26A18FAF216}" dt="2026-06-03T21:10:36.758" v="1898" actId="26606"/>
          <ac:spMkLst>
            <pc:docMk/>
            <pc:sldMk cId="4205993008" sldId="258"/>
            <ac:spMk id="67" creationId="{C431D72C-DEC1-199D-44AB-F83B797A6AB5}"/>
          </ac:spMkLst>
        </pc:spChg>
        <pc:spChg chg="mod">
          <ac:chgData name="Tirthankar Barari (TR)" userId="e41d4ef3-c9c5-4f08-a494-4c3cb9d953aa" providerId="ADAL" clId="{FDA9B3D4-9EE2-49C8-BD6B-D26A18FAF216}" dt="2026-06-03T18:58:20.209" v="1675" actId="1076"/>
          <ac:spMkLst>
            <pc:docMk/>
            <pc:sldMk cId="4205993008" sldId="258"/>
            <ac:spMk id="68" creationId="{5438837C-17F7-D4D0-FA77-9E983AA7CCEF}"/>
          </ac:spMkLst>
        </pc:spChg>
        <pc:spChg chg="mod">
          <ac:chgData name="Tirthankar Barari (TR)" userId="e41d4ef3-c9c5-4f08-a494-4c3cb9d953aa" providerId="ADAL" clId="{FDA9B3D4-9EE2-49C8-BD6B-D26A18FAF216}" dt="2026-06-03T18:56:57.593" v="1662" actId="554"/>
          <ac:spMkLst>
            <pc:docMk/>
            <pc:sldMk cId="4205993008" sldId="258"/>
            <ac:spMk id="69" creationId="{16D06C8D-87BA-4B93-5EBB-B1E6A349694A}"/>
          </ac:spMkLst>
        </pc:spChg>
        <pc:spChg chg="mod">
          <ac:chgData name="Tirthankar Barari (TR)" userId="e41d4ef3-c9c5-4f08-a494-4c3cb9d953aa" providerId="ADAL" clId="{FDA9B3D4-9EE2-49C8-BD6B-D26A18FAF216}" dt="2026-06-03T19:01:54.717" v="1701" actId="12789"/>
          <ac:spMkLst>
            <pc:docMk/>
            <pc:sldMk cId="4205993008" sldId="258"/>
            <ac:spMk id="70" creationId="{44BBA12E-0A0B-30DA-E8DE-6F12A33D25FE}"/>
          </ac:spMkLst>
        </pc:spChg>
        <pc:spChg chg="mod">
          <ac:chgData name="Tirthankar Barari (TR)" userId="e41d4ef3-c9c5-4f08-a494-4c3cb9d953aa" providerId="ADAL" clId="{FDA9B3D4-9EE2-49C8-BD6B-D26A18FAF216}" dt="2026-06-03T18:58:20.209" v="1675" actId="1076"/>
          <ac:spMkLst>
            <pc:docMk/>
            <pc:sldMk cId="4205993008" sldId="258"/>
            <ac:spMk id="71" creationId="{C4A8CC22-FC3D-5FA5-B3BA-99F1F318A67D}"/>
          </ac:spMkLst>
        </pc:spChg>
        <pc:spChg chg="mod">
          <ac:chgData name="Tirthankar Barari (TR)" userId="e41d4ef3-c9c5-4f08-a494-4c3cb9d953aa" providerId="ADAL" clId="{FDA9B3D4-9EE2-49C8-BD6B-D26A18FAF216}" dt="2026-06-03T21:10:36.758" v="1898" actId="26606"/>
          <ac:spMkLst>
            <pc:docMk/>
            <pc:sldMk cId="4205993008" sldId="258"/>
            <ac:spMk id="72" creationId="{AB57D6DA-EA96-530E-87D4-CE592A253DC4}"/>
          </ac:spMkLst>
        </pc:spChg>
        <pc:spChg chg="mod">
          <ac:chgData name="Tirthankar Barari (TR)" userId="e41d4ef3-c9c5-4f08-a494-4c3cb9d953aa" providerId="ADAL" clId="{FDA9B3D4-9EE2-49C8-BD6B-D26A18FAF216}" dt="2026-06-03T21:17:48.538" v="1899" actId="26606"/>
          <ac:spMkLst>
            <pc:docMk/>
            <pc:sldMk cId="4205993008" sldId="258"/>
            <ac:spMk id="73" creationId="{681B112E-0756-6603-A94B-2C90F6A8DC2B}"/>
          </ac:spMkLst>
        </pc:spChg>
        <pc:spChg chg="mod">
          <ac:chgData name="Tirthankar Barari (TR)" userId="e41d4ef3-c9c5-4f08-a494-4c3cb9d953aa" providerId="ADAL" clId="{FDA9B3D4-9EE2-49C8-BD6B-D26A18FAF216}" dt="2026-06-03T21:17:48.538" v="1899" actId="26606"/>
          <ac:spMkLst>
            <pc:docMk/>
            <pc:sldMk cId="4205993008" sldId="258"/>
            <ac:spMk id="74" creationId="{298FC74E-DD1A-F119-3CD6-ED13E51BBB25}"/>
          </ac:spMkLst>
        </pc:spChg>
        <pc:spChg chg="mod">
          <ac:chgData name="Tirthankar Barari (TR)" userId="e41d4ef3-c9c5-4f08-a494-4c3cb9d953aa" providerId="ADAL" clId="{FDA9B3D4-9EE2-49C8-BD6B-D26A18FAF216}" dt="2026-06-03T21:17:48.538" v="1899" actId="26606"/>
          <ac:spMkLst>
            <pc:docMk/>
            <pc:sldMk cId="4205993008" sldId="258"/>
            <ac:spMk id="77" creationId="{70CA63AF-B516-86B2-FC6A-333F79ABA234}"/>
          </ac:spMkLst>
        </pc:spChg>
        <pc:spChg chg="mod">
          <ac:chgData name="Tirthankar Barari (TR)" userId="e41d4ef3-c9c5-4f08-a494-4c3cb9d953aa" providerId="ADAL" clId="{FDA9B3D4-9EE2-49C8-BD6B-D26A18FAF216}" dt="2026-06-03T21:17:48.538" v="1899" actId="26606"/>
          <ac:spMkLst>
            <pc:docMk/>
            <pc:sldMk cId="4205993008" sldId="258"/>
            <ac:spMk id="78" creationId="{64FCF313-E890-A4A5-5F32-69ECAE176C7D}"/>
          </ac:spMkLst>
        </pc:spChg>
        <pc:spChg chg="mod">
          <ac:chgData name="Tirthankar Barari (TR)" userId="e41d4ef3-c9c5-4f08-a494-4c3cb9d953aa" providerId="ADAL" clId="{FDA9B3D4-9EE2-49C8-BD6B-D26A18FAF216}" dt="2026-06-03T19:09:56.371" v="1703" actId="1076"/>
          <ac:spMkLst>
            <pc:docMk/>
            <pc:sldMk cId="4205993008" sldId="258"/>
            <ac:spMk id="83" creationId="{2AB3D2FA-AE74-E052-E9FC-F276A9B2F14D}"/>
          </ac:spMkLst>
        </pc:spChg>
        <pc:spChg chg="add mod">
          <ac:chgData name="Tirthankar Barari (TR)" userId="e41d4ef3-c9c5-4f08-a494-4c3cb9d953aa" providerId="ADAL" clId="{FDA9B3D4-9EE2-49C8-BD6B-D26A18FAF216}" dt="2026-06-03T17:48:41.243" v="1008" actId="14100"/>
          <ac:spMkLst>
            <pc:docMk/>
            <pc:sldMk cId="4205993008" sldId="258"/>
            <ac:spMk id="92" creationId="{4A90B66A-CBA3-3840-DC39-0281359031EF}"/>
          </ac:spMkLst>
        </pc:spChg>
        <pc:spChg chg="add mod">
          <ac:chgData name="Tirthankar Barari (TR)" userId="e41d4ef3-c9c5-4f08-a494-4c3cb9d953aa" providerId="ADAL" clId="{FDA9B3D4-9EE2-49C8-BD6B-D26A18FAF216}" dt="2026-06-03T17:48:12.705" v="1004" actId="14100"/>
          <ac:spMkLst>
            <pc:docMk/>
            <pc:sldMk cId="4205993008" sldId="258"/>
            <ac:spMk id="103" creationId="{BDE6F27B-8967-45D1-4C6D-32C922B61C21}"/>
          </ac:spMkLst>
        </pc:spChg>
        <pc:spChg chg="add mod">
          <ac:chgData name="Tirthankar Barari (TR)" userId="e41d4ef3-c9c5-4f08-a494-4c3cb9d953aa" providerId="ADAL" clId="{FDA9B3D4-9EE2-49C8-BD6B-D26A18FAF216}" dt="2026-06-03T17:48:34.171" v="1007" actId="14100"/>
          <ac:spMkLst>
            <pc:docMk/>
            <pc:sldMk cId="4205993008" sldId="258"/>
            <ac:spMk id="105" creationId="{D25DADC7-649F-9EEB-92F4-663E056BE6DF}"/>
          </ac:spMkLst>
        </pc:spChg>
        <pc:spChg chg="add mod ord">
          <ac:chgData name="Tirthankar Barari (TR)" userId="e41d4ef3-c9c5-4f08-a494-4c3cb9d953aa" providerId="ADAL" clId="{FDA9B3D4-9EE2-49C8-BD6B-D26A18FAF216}" dt="2026-06-03T21:17:48.538" v="1899" actId="26606"/>
          <ac:spMkLst>
            <pc:docMk/>
            <pc:sldMk cId="4205993008" sldId="258"/>
            <ac:spMk id="112" creationId="{53F3C587-3EB2-6169-0098-B95F00F1513E}"/>
          </ac:spMkLst>
        </pc:spChg>
        <pc:spChg chg="add mod ord">
          <ac:chgData name="Tirthankar Barari (TR)" userId="e41d4ef3-c9c5-4f08-a494-4c3cb9d953aa" providerId="ADAL" clId="{FDA9B3D4-9EE2-49C8-BD6B-D26A18FAF216}" dt="2026-06-03T21:17:48.538" v="1899" actId="26606"/>
          <ac:spMkLst>
            <pc:docMk/>
            <pc:sldMk cId="4205993008" sldId="258"/>
            <ac:spMk id="118" creationId="{3715C44C-BBC7-D0F6-3CC6-D663D8D8F457}"/>
          </ac:spMkLst>
        </pc:spChg>
        <pc:spChg chg="mod topLvl">
          <ac:chgData name="Tirthankar Barari (TR)" userId="e41d4ef3-c9c5-4f08-a494-4c3cb9d953aa" providerId="ADAL" clId="{FDA9B3D4-9EE2-49C8-BD6B-D26A18FAF216}" dt="2026-06-03T18:44:44.551" v="1539" actId="554"/>
          <ac:spMkLst>
            <pc:docMk/>
            <pc:sldMk cId="4205993008" sldId="258"/>
            <ac:spMk id="119" creationId="{0C836152-DEB8-BC53-6651-3AA23EBB34F1}"/>
          </ac:spMkLst>
        </pc:spChg>
        <pc:spChg chg="add mod ord">
          <ac:chgData name="Tirthankar Barari (TR)" userId="e41d4ef3-c9c5-4f08-a494-4c3cb9d953aa" providerId="ADAL" clId="{FDA9B3D4-9EE2-49C8-BD6B-D26A18FAF216}" dt="2026-06-03T21:17:48.538" v="1899" actId="26606"/>
          <ac:spMkLst>
            <pc:docMk/>
            <pc:sldMk cId="4205993008" sldId="258"/>
            <ac:spMk id="120" creationId="{B7E26B4B-1B04-4842-4BAB-C51BA5D3A03F}"/>
          </ac:spMkLst>
        </pc:spChg>
        <pc:spChg chg="mod topLvl">
          <ac:chgData name="Tirthankar Barari (TR)" userId="e41d4ef3-c9c5-4f08-a494-4c3cb9d953aa" providerId="ADAL" clId="{FDA9B3D4-9EE2-49C8-BD6B-D26A18FAF216}" dt="2026-06-03T18:43:47.247" v="1537" actId="554"/>
          <ac:spMkLst>
            <pc:docMk/>
            <pc:sldMk cId="4205993008" sldId="258"/>
            <ac:spMk id="122" creationId="{1CE701F1-BBB0-3BD8-640C-DB4F5BA01D97}"/>
          </ac:spMkLst>
        </pc:spChg>
        <pc:spChg chg="mod topLvl">
          <ac:chgData name="Tirthankar Barari (TR)" userId="e41d4ef3-c9c5-4f08-a494-4c3cb9d953aa" providerId="ADAL" clId="{FDA9B3D4-9EE2-49C8-BD6B-D26A18FAF216}" dt="2026-06-03T18:44:00.997" v="1538" actId="554"/>
          <ac:spMkLst>
            <pc:docMk/>
            <pc:sldMk cId="4205993008" sldId="258"/>
            <ac:spMk id="123" creationId="{02795ED0-3960-384B-7F4F-BCE2F672D76F}"/>
          </ac:spMkLst>
        </pc:spChg>
        <pc:spChg chg="add mod ord">
          <ac:chgData name="Tirthankar Barari (TR)" userId="e41d4ef3-c9c5-4f08-a494-4c3cb9d953aa" providerId="ADAL" clId="{FDA9B3D4-9EE2-49C8-BD6B-D26A18FAF216}" dt="2026-06-03T21:10:36.758" v="1898" actId="26606"/>
          <ac:spMkLst>
            <pc:docMk/>
            <pc:sldMk cId="4205993008" sldId="258"/>
            <ac:spMk id="124" creationId="{06FFE2C6-BFBE-F2F4-B1C2-F79A13C1B06B}"/>
          </ac:spMkLst>
        </pc:spChg>
        <pc:spChg chg="mod topLvl">
          <ac:chgData name="Tirthankar Barari (TR)" userId="e41d4ef3-c9c5-4f08-a494-4c3cb9d953aa" providerId="ADAL" clId="{FDA9B3D4-9EE2-49C8-BD6B-D26A18FAF216}" dt="2026-06-03T18:44:44.551" v="1539" actId="554"/>
          <ac:spMkLst>
            <pc:docMk/>
            <pc:sldMk cId="4205993008" sldId="258"/>
            <ac:spMk id="128" creationId="{E1FF9994-1275-1BA6-F812-91CBD9C272C8}"/>
          </ac:spMkLst>
        </pc:spChg>
        <pc:spChg chg="mod topLvl">
          <ac:chgData name="Tirthankar Barari (TR)" userId="e41d4ef3-c9c5-4f08-a494-4c3cb9d953aa" providerId="ADAL" clId="{FDA9B3D4-9EE2-49C8-BD6B-D26A18FAF216}" dt="2026-06-03T18:43:47.247" v="1537" actId="554"/>
          <ac:spMkLst>
            <pc:docMk/>
            <pc:sldMk cId="4205993008" sldId="258"/>
            <ac:spMk id="130" creationId="{0DC0594C-C84D-F72D-AED9-E56E0A7EBC0C}"/>
          </ac:spMkLst>
        </pc:spChg>
        <pc:spChg chg="mod topLvl">
          <ac:chgData name="Tirthankar Barari (TR)" userId="e41d4ef3-c9c5-4f08-a494-4c3cb9d953aa" providerId="ADAL" clId="{FDA9B3D4-9EE2-49C8-BD6B-D26A18FAF216}" dt="2026-06-03T18:44:00.997" v="1538" actId="554"/>
          <ac:spMkLst>
            <pc:docMk/>
            <pc:sldMk cId="4205993008" sldId="258"/>
            <ac:spMk id="131" creationId="{A1FE7BF3-7919-4421-A80E-7700423D3AD4}"/>
          </ac:spMkLst>
        </pc:spChg>
        <pc:spChg chg="mod topLvl">
          <ac:chgData name="Tirthankar Barari (TR)" userId="e41d4ef3-c9c5-4f08-a494-4c3cb9d953aa" providerId="ADAL" clId="{FDA9B3D4-9EE2-49C8-BD6B-D26A18FAF216}" dt="2026-06-03T18:44:44.551" v="1539" actId="554"/>
          <ac:spMkLst>
            <pc:docMk/>
            <pc:sldMk cId="4205993008" sldId="258"/>
            <ac:spMk id="133" creationId="{479431C7-79BD-658C-E0B5-294561E02860}"/>
          </ac:spMkLst>
        </pc:spChg>
        <pc:spChg chg="mod topLvl">
          <ac:chgData name="Tirthankar Barari (TR)" userId="e41d4ef3-c9c5-4f08-a494-4c3cb9d953aa" providerId="ADAL" clId="{FDA9B3D4-9EE2-49C8-BD6B-D26A18FAF216}" dt="2026-06-03T18:43:47.247" v="1537" actId="554"/>
          <ac:spMkLst>
            <pc:docMk/>
            <pc:sldMk cId="4205993008" sldId="258"/>
            <ac:spMk id="135" creationId="{227A5A9F-3B9B-0FCD-FC1E-5B738DE18CAC}"/>
          </ac:spMkLst>
        </pc:spChg>
        <pc:spChg chg="mod topLvl">
          <ac:chgData name="Tirthankar Barari (TR)" userId="e41d4ef3-c9c5-4f08-a494-4c3cb9d953aa" providerId="ADAL" clId="{FDA9B3D4-9EE2-49C8-BD6B-D26A18FAF216}" dt="2026-06-03T18:44:00.997" v="1538" actId="554"/>
          <ac:spMkLst>
            <pc:docMk/>
            <pc:sldMk cId="4205993008" sldId="258"/>
            <ac:spMk id="136" creationId="{4D77666F-8DF8-55DB-7843-A3943C5D9ACD}"/>
          </ac:spMkLst>
        </pc:spChg>
        <pc:spChg chg="add mod">
          <ac:chgData name="Tirthankar Barari (TR)" userId="e41d4ef3-c9c5-4f08-a494-4c3cb9d953aa" providerId="ADAL" clId="{FDA9B3D4-9EE2-49C8-BD6B-D26A18FAF216}" dt="2026-06-03T21:17:48.538" v="1899" actId="26606"/>
          <ac:spMkLst>
            <pc:docMk/>
            <pc:sldMk cId="4205993008" sldId="258"/>
            <ac:spMk id="143" creationId="{83AC7DB0-9815-D9FB-BD6D-451CB29A7A3B}"/>
          </ac:spMkLst>
        </pc:spChg>
        <pc:spChg chg="add mod">
          <ac:chgData name="Tirthankar Barari (TR)" userId="e41d4ef3-c9c5-4f08-a494-4c3cb9d953aa" providerId="ADAL" clId="{FDA9B3D4-9EE2-49C8-BD6B-D26A18FAF216}" dt="2026-06-03T21:17:48.538" v="1899" actId="26606"/>
          <ac:spMkLst>
            <pc:docMk/>
            <pc:sldMk cId="4205993008" sldId="258"/>
            <ac:spMk id="145" creationId="{6BCDD89C-5F6E-4CAF-83E7-026F6CDB294E}"/>
          </ac:spMkLst>
        </pc:spChg>
        <pc:grpChg chg="add mod">
          <ac:chgData name="Tirthankar Barari (TR)" userId="e41d4ef3-c9c5-4f08-a494-4c3cb9d953aa" providerId="ADAL" clId="{FDA9B3D4-9EE2-49C8-BD6B-D26A18FAF216}" dt="2026-06-03T18:14:42.163" v="1181" actId="1076"/>
          <ac:grpSpMkLst>
            <pc:docMk/>
            <pc:sldMk cId="4205993008" sldId="258"/>
            <ac:grpSpMk id="84" creationId="{18DB0CE0-420B-3C61-91B1-0A68A1B36E60}"/>
          </ac:grpSpMkLst>
        </pc:grpChg>
        <pc:grpChg chg="add mod">
          <ac:chgData name="Tirthankar Barari (TR)" userId="e41d4ef3-c9c5-4f08-a494-4c3cb9d953aa" providerId="ADAL" clId="{FDA9B3D4-9EE2-49C8-BD6B-D26A18FAF216}" dt="2026-06-03T18:39:04.315" v="1510" actId="1076"/>
          <ac:grpSpMkLst>
            <pc:docMk/>
            <pc:sldMk cId="4205993008" sldId="258"/>
            <ac:grpSpMk id="87" creationId="{05569807-F914-3A0F-8BCE-86B394A60A48}"/>
          </ac:grpSpMkLst>
        </pc:grpChg>
        <pc:grpChg chg="add mod topLvl">
          <ac:chgData name="Tirthankar Barari (TR)" userId="e41d4ef3-c9c5-4f08-a494-4c3cb9d953aa" providerId="ADAL" clId="{FDA9B3D4-9EE2-49C8-BD6B-D26A18FAF216}" dt="2026-06-03T17:54:26.399" v="1034" actId="14100"/>
          <ac:grpSpMkLst>
            <pc:docMk/>
            <pc:sldMk cId="4205993008" sldId="258"/>
            <ac:grpSpMk id="88" creationId="{EFE3E3A7-0425-FA88-06C8-DB4EAC6A2BE7}"/>
          </ac:grpSpMkLst>
        </pc:grpChg>
        <pc:grpChg chg="add mod">
          <ac:chgData name="Tirthankar Barari (TR)" userId="e41d4ef3-c9c5-4f08-a494-4c3cb9d953aa" providerId="ADAL" clId="{FDA9B3D4-9EE2-49C8-BD6B-D26A18FAF216}" dt="2026-06-03T18:39:04.315" v="1510" actId="1076"/>
          <ac:grpSpMkLst>
            <pc:docMk/>
            <pc:sldMk cId="4205993008" sldId="258"/>
            <ac:grpSpMk id="94" creationId="{F927785D-5D4B-024A-E93D-7EE76692F8C3}"/>
          </ac:grpSpMkLst>
        </pc:grpChg>
        <pc:grpChg chg="add mod">
          <ac:chgData name="Tirthankar Barari (TR)" userId="e41d4ef3-c9c5-4f08-a494-4c3cb9d953aa" providerId="ADAL" clId="{FDA9B3D4-9EE2-49C8-BD6B-D26A18FAF216}" dt="2026-06-03T18:39:04.315" v="1510" actId="1076"/>
          <ac:grpSpMkLst>
            <pc:docMk/>
            <pc:sldMk cId="4205993008" sldId="258"/>
            <ac:grpSpMk id="95" creationId="{1D4B5C73-8668-5B43-E2CB-44851D8BABEC}"/>
          </ac:grpSpMkLst>
        </pc:grpChg>
        <pc:grpChg chg="add mod">
          <ac:chgData name="Tirthankar Barari (TR)" userId="e41d4ef3-c9c5-4f08-a494-4c3cb9d953aa" providerId="ADAL" clId="{FDA9B3D4-9EE2-49C8-BD6B-D26A18FAF216}" dt="2026-06-25T20:02:33.610" v="2092" actId="26606"/>
          <ac:grpSpMkLst>
            <pc:docMk/>
            <pc:sldMk cId="4205993008" sldId="258"/>
            <ac:grpSpMk id="98" creationId="{5E02D08C-DAC9-BAF7-C003-D21A1EDCA82E}"/>
          </ac:grpSpMkLst>
        </pc:grpChg>
        <pc:grpChg chg="add mod">
          <ac:chgData name="Tirthankar Barari (TR)" userId="e41d4ef3-c9c5-4f08-a494-4c3cb9d953aa" providerId="ADAL" clId="{FDA9B3D4-9EE2-49C8-BD6B-D26A18FAF216}" dt="2026-06-25T20:02:33.610" v="2092" actId="26606"/>
          <ac:grpSpMkLst>
            <pc:docMk/>
            <pc:sldMk cId="4205993008" sldId="258"/>
            <ac:grpSpMk id="99" creationId="{1211F9B6-FE63-6A60-6E13-D6F907794E98}"/>
          </ac:grpSpMkLst>
        </pc:grpChg>
        <pc:grpChg chg="add mod">
          <ac:chgData name="Tirthankar Barari (TR)" userId="e41d4ef3-c9c5-4f08-a494-4c3cb9d953aa" providerId="ADAL" clId="{FDA9B3D4-9EE2-49C8-BD6B-D26A18FAF216}" dt="2026-06-25T20:02:33.610" v="2092" actId="26606"/>
          <ac:grpSpMkLst>
            <pc:docMk/>
            <pc:sldMk cId="4205993008" sldId="258"/>
            <ac:grpSpMk id="100" creationId="{8205BCA0-2021-9EFD-FA14-0DD2F10D1371}"/>
          </ac:grpSpMkLst>
        </pc:grpChg>
        <pc:grpChg chg="add mod">
          <ac:chgData name="Tirthankar Barari (TR)" userId="e41d4ef3-c9c5-4f08-a494-4c3cb9d953aa" providerId="ADAL" clId="{FDA9B3D4-9EE2-49C8-BD6B-D26A18FAF216}" dt="2026-06-25T20:02:33.610" v="2092" actId="26606"/>
          <ac:grpSpMkLst>
            <pc:docMk/>
            <pc:sldMk cId="4205993008" sldId="258"/>
            <ac:grpSpMk id="106" creationId="{0833D179-A067-90C1-312A-8E56DF1C8C6E}"/>
          </ac:grpSpMkLst>
        </pc:grpChg>
        <pc:grpChg chg="add mod">
          <ac:chgData name="Tirthankar Barari (TR)" userId="e41d4ef3-c9c5-4f08-a494-4c3cb9d953aa" providerId="ADAL" clId="{FDA9B3D4-9EE2-49C8-BD6B-D26A18FAF216}" dt="2026-06-25T20:02:33.610" v="2092" actId="26606"/>
          <ac:grpSpMkLst>
            <pc:docMk/>
            <pc:sldMk cId="4205993008" sldId="258"/>
            <ac:grpSpMk id="113" creationId="{33B5C854-0377-E4B3-1466-C5AD06BDA2C5}"/>
          </ac:grpSpMkLst>
        </pc:grpChg>
        <pc:grpChg chg="add mod">
          <ac:chgData name="Tirthankar Barari (TR)" userId="e41d4ef3-c9c5-4f08-a494-4c3cb9d953aa" providerId="ADAL" clId="{FDA9B3D4-9EE2-49C8-BD6B-D26A18FAF216}" dt="2026-06-03T21:22:44.037" v="1900" actId="26606"/>
          <ac:grpSpMkLst>
            <pc:docMk/>
            <pc:sldMk cId="4205993008" sldId="258"/>
            <ac:grpSpMk id="114" creationId="{1BE74412-6EC0-D088-2F3B-1B16A6F93C94}"/>
          </ac:grpSpMkLst>
        </pc:grpChg>
        <pc:grpChg chg="add mod">
          <ac:chgData name="Tirthankar Barari (TR)" userId="e41d4ef3-c9c5-4f08-a494-4c3cb9d953aa" providerId="ADAL" clId="{FDA9B3D4-9EE2-49C8-BD6B-D26A18FAF216}" dt="2026-06-03T21:22:44.037" v="1900" actId="26606"/>
          <ac:grpSpMkLst>
            <pc:docMk/>
            <pc:sldMk cId="4205993008" sldId="258"/>
            <ac:grpSpMk id="115" creationId="{348EC3B7-193E-165B-7C6B-D7BD09052D9D}"/>
          </ac:grpSpMkLst>
        </pc:grpChg>
        <pc:grpChg chg="add mod">
          <ac:chgData name="Tirthankar Barari (TR)" userId="e41d4ef3-c9c5-4f08-a494-4c3cb9d953aa" providerId="ADAL" clId="{FDA9B3D4-9EE2-49C8-BD6B-D26A18FAF216}" dt="2026-06-03T21:22:44.037" v="1900" actId="26606"/>
          <ac:grpSpMkLst>
            <pc:docMk/>
            <pc:sldMk cId="4205993008" sldId="258"/>
            <ac:grpSpMk id="116" creationId="{693EFA12-9739-4581-2D1F-DBDE2B2A361D}"/>
          </ac:grpSpMkLst>
        </pc:grpChg>
        <pc:grpChg chg="add mod ord">
          <ac:chgData name="Tirthankar Barari (TR)" userId="e41d4ef3-c9c5-4f08-a494-4c3cb9d953aa" providerId="ADAL" clId="{FDA9B3D4-9EE2-49C8-BD6B-D26A18FAF216}" dt="2026-06-03T18:23:04.101" v="1380" actId="14100"/>
          <ac:grpSpMkLst>
            <pc:docMk/>
            <pc:sldMk cId="4205993008" sldId="258"/>
            <ac:grpSpMk id="126" creationId="{FB1CE96C-CBA9-78C1-AADD-ECEC7271536F}"/>
          </ac:grpSpMkLst>
        </pc:grpChg>
        <pc:grpChg chg="add mod">
          <ac:chgData name="Tirthankar Barari (TR)" userId="e41d4ef3-c9c5-4f08-a494-4c3cb9d953aa" providerId="ADAL" clId="{FDA9B3D4-9EE2-49C8-BD6B-D26A18FAF216}" dt="2026-06-25T20:02:33.610" v="2092" actId="26606"/>
          <ac:grpSpMkLst>
            <pc:docMk/>
            <pc:sldMk cId="4205993008" sldId="258"/>
            <ac:grpSpMk id="137" creationId="{86D5C5F4-B1F7-946C-0E45-4E8638B932E5}"/>
          </ac:grpSpMkLst>
        </pc:grpChg>
        <pc:grpChg chg="add mod">
          <ac:chgData name="Tirthankar Barari (TR)" userId="e41d4ef3-c9c5-4f08-a494-4c3cb9d953aa" providerId="ADAL" clId="{FDA9B3D4-9EE2-49C8-BD6B-D26A18FAF216}" dt="2026-06-25T20:02:33.610" v="2092" actId="26606"/>
          <ac:grpSpMkLst>
            <pc:docMk/>
            <pc:sldMk cId="4205993008" sldId="258"/>
            <ac:grpSpMk id="138" creationId="{B4C5B1B9-B291-DA45-369B-0C2658583A70}"/>
          </ac:grpSpMkLst>
        </pc:grpChg>
        <pc:grpChg chg="add mod">
          <ac:chgData name="Tirthankar Barari (TR)" userId="e41d4ef3-c9c5-4f08-a494-4c3cb9d953aa" providerId="ADAL" clId="{FDA9B3D4-9EE2-49C8-BD6B-D26A18FAF216}" dt="2026-06-25T20:02:33.610" v="2092" actId="26606"/>
          <ac:grpSpMkLst>
            <pc:docMk/>
            <pc:sldMk cId="4205993008" sldId="258"/>
            <ac:grpSpMk id="139" creationId="{7F9557EE-701B-8BEB-2708-37E9FD1FF8E5}"/>
          </ac:grpSpMkLst>
        </pc:grpChg>
        <pc:picChg chg="add">
          <ac:chgData name="Tirthankar Barari (TR)" userId="e41d4ef3-c9c5-4f08-a494-4c3cb9d953aa" providerId="ADAL" clId="{FDA9B3D4-9EE2-49C8-BD6B-D26A18FAF216}" dt="2026-05-29T17:51:09.424" v="306" actId="26606"/>
          <ac:picMkLst>
            <pc:docMk/>
            <pc:sldMk cId="4205993008" sldId="258"/>
            <ac:picMk id="34" creationId="{D39407AB-D9E9-E827-D49E-6615A4FE682F}"/>
          </ac:picMkLst>
        </pc:picChg>
        <pc:picChg chg="mod topLvl">
          <ac:chgData name="Tirthankar Barari (TR)" userId="e41d4ef3-c9c5-4f08-a494-4c3cb9d953aa" providerId="ADAL" clId="{FDA9B3D4-9EE2-49C8-BD6B-D26A18FAF216}" dt="2026-05-29T17:44:37.236" v="233" actId="1076"/>
          <ac:picMkLst>
            <pc:docMk/>
            <pc:sldMk cId="4205993008" sldId="258"/>
            <ac:picMk id="38" creationId="{E8864354-8EF7-12AF-9B6C-B1872AA81520}"/>
          </ac:picMkLst>
        </pc:picChg>
        <pc:picChg chg="mod">
          <ac:chgData name="Tirthankar Barari (TR)" userId="e41d4ef3-c9c5-4f08-a494-4c3cb9d953aa" providerId="ADAL" clId="{FDA9B3D4-9EE2-49C8-BD6B-D26A18FAF216}" dt="2026-06-03T18:56:44.126" v="1661" actId="554"/>
          <ac:picMkLst>
            <pc:docMk/>
            <pc:sldMk cId="4205993008" sldId="258"/>
            <ac:picMk id="58" creationId="{AB5E2400-E13C-35CB-538D-5B3B1EA49E47}"/>
          </ac:picMkLst>
        </pc:picChg>
        <pc:picChg chg="mod">
          <ac:chgData name="Tirthankar Barari (TR)" userId="e41d4ef3-c9c5-4f08-a494-4c3cb9d953aa" providerId="ADAL" clId="{FDA9B3D4-9EE2-49C8-BD6B-D26A18FAF216}" dt="2026-06-03T18:56:44.126" v="1661" actId="554"/>
          <ac:picMkLst>
            <pc:docMk/>
            <pc:sldMk cId="4205993008" sldId="258"/>
            <ac:picMk id="62" creationId="{DC937D85-C996-134E-66E1-017E5D119BC5}"/>
          </ac:picMkLst>
        </pc:picChg>
        <pc:picChg chg="mod">
          <ac:chgData name="Tirthankar Barari (TR)" userId="e41d4ef3-c9c5-4f08-a494-4c3cb9d953aa" providerId="ADAL" clId="{FDA9B3D4-9EE2-49C8-BD6B-D26A18FAF216}" dt="2026-06-03T18:56:44.126" v="1661" actId="554"/>
          <ac:picMkLst>
            <pc:docMk/>
            <pc:sldMk cId="4205993008" sldId="258"/>
            <ac:picMk id="66" creationId="{7FF3DF82-488D-33B8-587E-BC6544EBF82F}"/>
          </ac:picMkLst>
        </pc:picChg>
        <pc:picChg chg="add mod modCrop">
          <ac:chgData name="Tirthankar Barari (TR)" userId="e41d4ef3-c9c5-4f08-a494-4c3cb9d953aa" providerId="ADAL" clId="{FDA9B3D4-9EE2-49C8-BD6B-D26A18FAF216}" dt="2026-06-03T18:23:13.469" v="1381" actId="1076"/>
          <ac:picMkLst>
            <pc:docMk/>
            <pc:sldMk cId="4205993008" sldId="258"/>
            <ac:picMk id="89" creationId="{A0AA1C45-DCC8-1DE1-1C93-8905ABE39E3A}"/>
          </ac:picMkLst>
        </pc:picChg>
        <pc:picChg chg="add mod">
          <ac:chgData name="Tirthankar Barari (TR)" userId="e41d4ef3-c9c5-4f08-a494-4c3cb9d953aa" providerId="ADAL" clId="{FDA9B3D4-9EE2-49C8-BD6B-D26A18FAF216}" dt="2026-06-03T17:44:54.799" v="938" actId="14100"/>
          <ac:picMkLst>
            <pc:docMk/>
            <pc:sldMk cId="4205993008" sldId="258"/>
            <ac:picMk id="96" creationId="{5AAA5114-5261-008A-7059-2C5CA5790C62}"/>
          </ac:picMkLst>
        </pc:picChg>
        <pc:picChg chg="add mod">
          <ac:chgData name="Tirthankar Barari (TR)" userId="e41d4ef3-c9c5-4f08-a494-4c3cb9d953aa" providerId="ADAL" clId="{FDA9B3D4-9EE2-49C8-BD6B-D26A18FAF216}" dt="2026-05-29T17:58:26.303" v="500" actId="1076"/>
          <ac:picMkLst>
            <pc:docMk/>
            <pc:sldMk cId="4205993008" sldId="258"/>
            <ac:picMk id="97" creationId="{B6A30158-AE7D-F80C-C4E2-E38FC5CDFD43}"/>
          </ac:picMkLst>
        </pc:picChg>
        <pc:picChg chg="mod topLvl">
          <ac:chgData name="Tirthankar Barari (TR)" userId="e41d4ef3-c9c5-4f08-a494-4c3cb9d953aa" providerId="ADAL" clId="{FDA9B3D4-9EE2-49C8-BD6B-D26A18FAF216}" dt="2026-06-03T18:43:32.111" v="1536" actId="554"/>
          <ac:picMkLst>
            <pc:docMk/>
            <pc:sldMk cId="4205993008" sldId="258"/>
            <ac:picMk id="121" creationId="{EBAF7FDE-7A07-CFDE-8FE1-689A479AA74C}"/>
          </ac:picMkLst>
        </pc:picChg>
        <pc:picChg chg="mod topLvl">
          <ac:chgData name="Tirthankar Barari (TR)" userId="e41d4ef3-c9c5-4f08-a494-4c3cb9d953aa" providerId="ADAL" clId="{FDA9B3D4-9EE2-49C8-BD6B-D26A18FAF216}" dt="2026-06-03T18:43:32.111" v="1536" actId="554"/>
          <ac:picMkLst>
            <pc:docMk/>
            <pc:sldMk cId="4205993008" sldId="258"/>
            <ac:picMk id="129" creationId="{965C0D30-6A65-958B-03A5-558579DDF6D4}"/>
          </ac:picMkLst>
        </pc:picChg>
        <pc:picChg chg="mod topLvl">
          <ac:chgData name="Tirthankar Barari (TR)" userId="e41d4ef3-c9c5-4f08-a494-4c3cb9d953aa" providerId="ADAL" clId="{FDA9B3D4-9EE2-49C8-BD6B-D26A18FAF216}" dt="2026-06-03T18:43:32.111" v="1536" actId="554"/>
          <ac:picMkLst>
            <pc:docMk/>
            <pc:sldMk cId="4205993008" sldId="258"/>
            <ac:picMk id="134" creationId="{CA3524E5-3774-97B4-01DD-F25728C618AC}"/>
          </ac:picMkLst>
        </pc:picChg>
      </pc:sldChg>
      <pc:sldChg chg="addSp delSp modSp add mod setBg">
        <pc:chgData name="Tirthankar Barari (TR)" userId="e41d4ef3-c9c5-4f08-a494-4c3cb9d953aa" providerId="ADAL" clId="{FDA9B3D4-9EE2-49C8-BD6B-D26A18FAF216}" dt="2026-06-03T21:31:39.269" v="2087" actId="20577"/>
        <pc:sldMkLst>
          <pc:docMk/>
          <pc:sldMk cId="0" sldId="259"/>
        </pc:sldMkLst>
        <pc:spChg chg="mod">
          <ac:chgData name="Tirthankar Barari (TR)" userId="e41d4ef3-c9c5-4f08-a494-4c3cb9d953aa" providerId="ADAL" clId="{FDA9B3D4-9EE2-49C8-BD6B-D26A18FAF216}" dt="2026-06-03T20:59:21.481" v="1875" actId="14100"/>
          <ac:spMkLst>
            <pc:docMk/>
            <pc:sldMk cId="0" sldId="259"/>
            <ac:spMk id="5" creationId="{00000000-0000-0000-0000-000000000000}"/>
          </ac:spMkLst>
        </pc:spChg>
        <pc:spChg chg="mod">
          <ac:chgData name="Tirthankar Barari (TR)" userId="e41d4ef3-c9c5-4f08-a494-4c3cb9d953aa" providerId="ADAL" clId="{FDA9B3D4-9EE2-49C8-BD6B-D26A18FAF216}" dt="2026-06-03T20:59:21.481" v="1875" actId="14100"/>
          <ac:spMkLst>
            <pc:docMk/>
            <pc:sldMk cId="0" sldId="259"/>
            <ac:spMk id="6" creationId="{00000000-0000-0000-0000-000000000000}"/>
          </ac:spMkLst>
        </pc:spChg>
        <pc:spChg chg="mod">
          <ac:chgData name="Tirthankar Barari (TR)" userId="e41d4ef3-c9c5-4f08-a494-4c3cb9d953aa" providerId="ADAL" clId="{FDA9B3D4-9EE2-49C8-BD6B-D26A18FAF216}" dt="2026-06-03T20:57:19.939" v="1864" actId="14100"/>
          <ac:spMkLst>
            <pc:docMk/>
            <pc:sldMk cId="0" sldId="259"/>
            <ac:spMk id="7" creationId="{00000000-0000-0000-0000-000000000000}"/>
          </ac:spMkLst>
        </pc:spChg>
        <pc:spChg chg="mod">
          <ac:chgData name="Tirthankar Barari (TR)" userId="e41d4ef3-c9c5-4f08-a494-4c3cb9d953aa" providerId="ADAL" clId="{FDA9B3D4-9EE2-49C8-BD6B-D26A18FAF216}" dt="2026-06-03T20:58:15.599" v="1871" actId="14100"/>
          <ac:spMkLst>
            <pc:docMk/>
            <pc:sldMk cId="0" sldId="259"/>
            <ac:spMk id="11" creationId="{00000000-0000-0000-0000-000000000000}"/>
          </ac:spMkLst>
        </pc:spChg>
        <pc:spChg chg="mod">
          <ac:chgData name="Tirthankar Barari (TR)" userId="e41d4ef3-c9c5-4f08-a494-4c3cb9d953aa" providerId="ADAL" clId="{FDA9B3D4-9EE2-49C8-BD6B-D26A18FAF216}" dt="2026-06-03T20:58:37.897" v="1872" actId="1076"/>
          <ac:spMkLst>
            <pc:docMk/>
            <pc:sldMk cId="0" sldId="259"/>
            <ac:spMk id="12" creationId="{00000000-0000-0000-0000-000000000000}"/>
          </ac:spMkLst>
        </pc:spChg>
        <pc:spChg chg="mod">
          <ac:chgData name="Tirthankar Barari (TR)" userId="e41d4ef3-c9c5-4f08-a494-4c3cb9d953aa" providerId="ADAL" clId="{FDA9B3D4-9EE2-49C8-BD6B-D26A18FAF216}" dt="2026-06-03T19:51:47.010" v="1829" actId="26606"/>
          <ac:spMkLst>
            <pc:docMk/>
            <pc:sldMk cId="0" sldId="259"/>
            <ac:spMk id="13" creationId="{00000000-0000-0000-0000-000000000000}"/>
          </ac:spMkLst>
        </pc:spChg>
        <pc:spChg chg="add mod">
          <ac:chgData name="Tirthankar Barari (TR)" userId="e41d4ef3-c9c5-4f08-a494-4c3cb9d953aa" providerId="ADAL" clId="{FDA9B3D4-9EE2-49C8-BD6B-D26A18FAF216}" dt="2026-06-03T21:02:27.593" v="1886" actId="14100"/>
          <ac:spMkLst>
            <pc:docMk/>
            <pc:sldMk cId="0" sldId="259"/>
            <ac:spMk id="15" creationId="{00000000-0000-0000-0000-000000000000}"/>
          </ac:spMkLst>
        </pc:spChg>
        <pc:spChg chg="mod">
          <ac:chgData name="Tirthankar Barari (TR)" userId="e41d4ef3-c9c5-4f08-a494-4c3cb9d953aa" providerId="ADAL" clId="{FDA9B3D4-9EE2-49C8-BD6B-D26A18FAF216}" dt="2026-06-03T21:02:27.593" v="1886" actId="14100"/>
          <ac:spMkLst>
            <pc:docMk/>
            <pc:sldMk cId="0" sldId="259"/>
            <ac:spMk id="16" creationId="{00000000-0000-0000-0000-000000000000}"/>
          </ac:spMkLst>
        </pc:spChg>
        <pc:spChg chg="mod">
          <ac:chgData name="Tirthankar Barari (TR)" userId="e41d4ef3-c9c5-4f08-a494-4c3cb9d953aa" providerId="ADAL" clId="{FDA9B3D4-9EE2-49C8-BD6B-D26A18FAF216}" dt="2026-06-03T21:02:27.593" v="1886" actId="14100"/>
          <ac:spMkLst>
            <pc:docMk/>
            <pc:sldMk cId="0" sldId="259"/>
            <ac:spMk id="17" creationId="{00000000-0000-0000-0000-000000000000}"/>
          </ac:spMkLst>
        </pc:spChg>
        <pc:spChg chg="mod">
          <ac:chgData name="Tirthankar Barari (TR)" userId="e41d4ef3-c9c5-4f08-a494-4c3cb9d953aa" providerId="ADAL" clId="{FDA9B3D4-9EE2-49C8-BD6B-D26A18FAF216}" dt="2026-06-03T19:51:47.010" v="1829" actId="26606"/>
          <ac:spMkLst>
            <pc:docMk/>
            <pc:sldMk cId="0" sldId="259"/>
            <ac:spMk id="18" creationId="{00000000-0000-0000-0000-000000000000}"/>
          </ac:spMkLst>
        </pc:spChg>
        <pc:spChg chg="add mod">
          <ac:chgData name="Tirthankar Barari (TR)" userId="e41d4ef3-c9c5-4f08-a494-4c3cb9d953aa" providerId="ADAL" clId="{FDA9B3D4-9EE2-49C8-BD6B-D26A18FAF216}" dt="2026-06-03T21:05:08.578" v="1892" actId="12"/>
          <ac:spMkLst>
            <pc:docMk/>
            <pc:sldMk cId="0" sldId="259"/>
            <ac:spMk id="23" creationId="{00000000-0000-0000-0000-000000000000}"/>
          </ac:spMkLst>
        </pc:spChg>
        <pc:spChg chg="mod">
          <ac:chgData name="Tirthankar Barari (TR)" userId="e41d4ef3-c9c5-4f08-a494-4c3cb9d953aa" providerId="ADAL" clId="{FDA9B3D4-9EE2-49C8-BD6B-D26A18FAF216}" dt="2026-06-03T19:43:04.248" v="1825" actId="12"/>
          <ac:spMkLst>
            <pc:docMk/>
            <pc:sldMk cId="0" sldId="259"/>
            <ac:spMk id="25" creationId="{00000000-0000-0000-0000-000000000000}"/>
          </ac:spMkLst>
        </pc:spChg>
        <pc:spChg chg="add mod">
          <ac:chgData name="Tirthankar Barari (TR)" userId="e41d4ef3-c9c5-4f08-a494-4c3cb9d953aa" providerId="ADAL" clId="{FDA9B3D4-9EE2-49C8-BD6B-D26A18FAF216}" dt="2026-06-03T21:05:14.867" v="1894" actId="12"/>
          <ac:spMkLst>
            <pc:docMk/>
            <pc:sldMk cId="0" sldId="259"/>
            <ac:spMk id="28" creationId="{00000000-0000-0000-0000-000000000000}"/>
          </ac:spMkLst>
        </pc:spChg>
        <pc:spChg chg="mod">
          <ac:chgData name="Tirthankar Barari (TR)" userId="e41d4ef3-c9c5-4f08-a494-4c3cb9d953aa" providerId="ADAL" clId="{FDA9B3D4-9EE2-49C8-BD6B-D26A18FAF216}" dt="2026-06-03T19:51:47.010" v="1829" actId="26606"/>
          <ac:spMkLst>
            <pc:docMk/>
            <pc:sldMk cId="0" sldId="259"/>
            <ac:spMk id="29" creationId="{00000000-0000-0000-0000-000000000000}"/>
          </ac:spMkLst>
        </pc:spChg>
        <pc:spChg chg="mod">
          <ac:chgData name="Tirthankar Barari (TR)" userId="e41d4ef3-c9c5-4f08-a494-4c3cb9d953aa" providerId="ADAL" clId="{FDA9B3D4-9EE2-49C8-BD6B-D26A18FAF216}" dt="2026-06-03T21:05:19.706" v="1896" actId="12"/>
          <ac:spMkLst>
            <pc:docMk/>
            <pc:sldMk cId="0" sldId="259"/>
            <ac:spMk id="33" creationId="{00000000-0000-0000-0000-000000000000}"/>
          </ac:spMkLst>
        </pc:spChg>
        <pc:spChg chg="mod">
          <ac:chgData name="Tirthankar Barari (TR)" userId="e41d4ef3-c9c5-4f08-a494-4c3cb9d953aa" providerId="ADAL" clId="{FDA9B3D4-9EE2-49C8-BD6B-D26A18FAF216}" dt="2026-06-03T19:47:53.736" v="1827" actId="26606"/>
          <ac:spMkLst>
            <pc:docMk/>
            <pc:sldMk cId="0" sldId="259"/>
            <ac:spMk id="34" creationId="{00000000-0000-0000-0000-000000000000}"/>
          </ac:spMkLst>
        </pc:spChg>
        <pc:spChg chg="mod">
          <ac:chgData name="Tirthankar Barari (TR)" userId="e41d4ef3-c9c5-4f08-a494-4c3cb9d953aa" providerId="ADAL" clId="{FDA9B3D4-9EE2-49C8-BD6B-D26A18FAF216}" dt="2026-06-03T21:03:58.962" v="1888" actId="14100"/>
          <ac:spMkLst>
            <pc:docMk/>
            <pc:sldMk cId="0" sldId="259"/>
            <ac:spMk id="38" creationId="{00000000-0000-0000-0000-000000000000}"/>
          </ac:spMkLst>
        </pc:spChg>
        <pc:spChg chg="mod">
          <ac:chgData name="Tirthankar Barari (TR)" userId="e41d4ef3-c9c5-4f08-a494-4c3cb9d953aa" providerId="ADAL" clId="{FDA9B3D4-9EE2-49C8-BD6B-D26A18FAF216}" dt="2026-06-03T21:03:58.962" v="1888" actId="14100"/>
          <ac:spMkLst>
            <pc:docMk/>
            <pc:sldMk cId="0" sldId="259"/>
            <ac:spMk id="39" creationId="{00000000-0000-0000-0000-000000000000}"/>
          </ac:spMkLst>
        </pc:spChg>
        <pc:spChg chg="mod">
          <ac:chgData name="Tirthankar Barari (TR)" userId="e41d4ef3-c9c5-4f08-a494-4c3cb9d953aa" providerId="ADAL" clId="{FDA9B3D4-9EE2-49C8-BD6B-D26A18FAF216}" dt="2026-06-03T21:03:58.962" v="1888" actId="14100"/>
          <ac:spMkLst>
            <pc:docMk/>
            <pc:sldMk cId="0" sldId="259"/>
            <ac:spMk id="40" creationId="{00000000-0000-0000-0000-000000000000}"/>
          </ac:spMkLst>
        </pc:spChg>
        <pc:spChg chg="add mod">
          <ac:chgData name="Tirthankar Barari (TR)" userId="e41d4ef3-c9c5-4f08-a494-4c3cb9d953aa" providerId="ADAL" clId="{FDA9B3D4-9EE2-49C8-BD6B-D26A18FAF216}" dt="2026-06-03T21:03:58.962" v="1888" actId="14100"/>
          <ac:spMkLst>
            <pc:docMk/>
            <pc:sldMk cId="0" sldId="259"/>
            <ac:spMk id="44" creationId="{00000000-0000-0000-0000-000000000000}"/>
          </ac:spMkLst>
        </pc:spChg>
        <pc:spChg chg="del mod replId">
          <ac:chgData name="Tirthankar Barari (TR)" userId="e41d4ef3-c9c5-4f08-a494-4c3cb9d953aa" providerId="ADAL" clId="{FDA9B3D4-9EE2-49C8-BD6B-D26A18FAF216}" dt="2026-06-03T21:31:39.269" v="2087" actId="20577"/>
          <ac:spMkLst>
            <pc:docMk/>
            <pc:sldMk cId="0" sldId="259"/>
            <ac:spMk id="45" creationId="{00000000-0000-0000-0000-000000000000}"/>
          </ac:spMkLst>
        </pc:spChg>
        <pc:spChg chg="mod replId">
          <ac:chgData name="Tirthankar Barari (TR)" userId="e41d4ef3-c9c5-4f08-a494-4c3cb9d953aa" providerId="ADAL" clId="{FDA9B3D4-9EE2-49C8-BD6B-D26A18FAF216}" dt="2026-06-03T19:47:53.705" v="1826" actId="26606"/>
          <ac:spMkLst>
            <pc:docMk/>
            <pc:sldMk cId="0" sldId="259"/>
            <ac:spMk id="47" creationId="{00000000-0000-0000-0000-000000000000}"/>
          </ac:spMkLst>
        </pc:spChg>
        <pc:spChg chg="del mod replId">
          <ac:chgData name="Tirthankar Barari (TR)" userId="e41d4ef3-c9c5-4f08-a494-4c3cb9d953aa" providerId="ADAL" clId="{FDA9B3D4-9EE2-49C8-BD6B-D26A18FAF216}" dt="2026-06-03T19:47:53.736" v="1827" actId="26606"/>
          <ac:spMkLst>
            <pc:docMk/>
            <pc:sldMk cId="0" sldId="259"/>
            <ac:spMk id="49" creationId="{00000000-0000-0000-0000-000000000000}"/>
          </ac:spMkLst>
        </pc:spChg>
      </pc:sldChg>
      <pc:sldChg chg="modSp add mod">
        <pc:chgData name="Tirthankar Barari (TR)" userId="e41d4ef3-c9c5-4f08-a494-4c3cb9d953aa" providerId="ADAL" clId="{FDA9B3D4-9EE2-49C8-BD6B-D26A18FAF216}" dt="2026-06-25T20:02:33.610" v="2092" actId="26606"/>
        <pc:sldMkLst>
          <pc:docMk/>
          <pc:sldMk cId="4220579460" sldId="260"/>
        </pc:sldMkLst>
        <pc:grpChg chg="add mod">
          <ac:chgData name="Tirthankar Barari (TR)" userId="e41d4ef3-c9c5-4f08-a494-4c3cb9d953aa" providerId="ADAL" clId="{FDA9B3D4-9EE2-49C8-BD6B-D26A18FAF216}" dt="2026-06-25T20:02:33.610" v="2092" actId="26606"/>
          <ac:grpSpMkLst>
            <pc:docMk/>
            <pc:sldMk cId="4220579460" sldId="260"/>
            <ac:grpSpMk id="98" creationId="{6899C10E-A9C1-1DD7-B895-FD0AB503BEBA}"/>
          </ac:grpSpMkLst>
        </pc:grpChg>
        <pc:grpChg chg="add mod">
          <ac:chgData name="Tirthankar Barari (TR)" userId="e41d4ef3-c9c5-4f08-a494-4c3cb9d953aa" providerId="ADAL" clId="{FDA9B3D4-9EE2-49C8-BD6B-D26A18FAF216}" dt="2026-06-25T20:02:33.610" v="2092" actId="26606"/>
          <ac:grpSpMkLst>
            <pc:docMk/>
            <pc:sldMk cId="4220579460" sldId="260"/>
            <ac:grpSpMk id="99" creationId="{0E8AFD54-E035-1E10-8F67-30ABD0FFD0CE}"/>
          </ac:grpSpMkLst>
        </pc:grpChg>
        <pc:grpChg chg="add mod">
          <ac:chgData name="Tirthankar Barari (TR)" userId="e41d4ef3-c9c5-4f08-a494-4c3cb9d953aa" providerId="ADAL" clId="{FDA9B3D4-9EE2-49C8-BD6B-D26A18FAF216}" dt="2026-06-25T20:02:33.610" v="2092" actId="26606"/>
          <ac:grpSpMkLst>
            <pc:docMk/>
            <pc:sldMk cId="4220579460" sldId="260"/>
            <ac:grpSpMk id="100" creationId="{5B4560FB-9EDD-2F9E-EA7D-2FFDF347CEE4}"/>
          </ac:grpSpMkLst>
        </pc:grpChg>
        <pc:grpChg chg="add mod">
          <ac:chgData name="Tirthankar Barari (TR)" userId="e41d4ef3-c9c5-4f08-a494-4c3cb9d953aa" providerId="ADAL" clId="{FDA9B3D4-9EE2-49C8-BD6B-D26A18FAF216}" dt="2026-06-25T20:02:33.610" v="2092" actId="26606"/>
          <ac:grpSpMkLst>
            <pc:docMk/>
            <pc:sldMk cId="4220579460" sldId="260"/>
            <ac:grpSpMk id="106" creationId="{FEF7A88E-54F9-4AD7-5017-42C9DF495A31}"/>
          </ac:grpSpMkLst>
        </pc:grpChg>
        <pc:grpChg chg="add mod">
          <ac:chgData name="Tirthankar Barari (TR)" userId="e41d4ef3-c9c5-4f08-a494-4c3cb9d953aa" providerId="ADAL" clId="{FDA9B3D4-9EE2-49C8-BD6B-D26A18FAF216}" dt="2026-06-25T20:02:33.610" v="2092" actId="26606"/>
          <ac:grpSpMkLst>
            <pc:docMk/>
            <pc:sldMk cId="4220579460" sldId="260"/>
            <ac:grpSpMk id="113" creationId="{425084F3-3034-5DEC-A0B2-534B80CC13BB}"/>
          </ac:grpSpMkLst>
        </pc:grpChg>
        <pc:grpChg chg="add mod">
          <ac:chgData name="Tirthankar Barari (TR)" userId="e41d4ef3-c9c5-4f08-a494-4c3cb9d953aa" providerId="ADAL" clId="{FDA9B3D4-9EE2-49C8-BD6B-D26A18FAF216}" dt="2026-06-25T20:02:33.610" v="2092" actId="26606"/>
          <ac:grpSpMkLst>
            <pc:docMk/>
            <pc:sldMk cId="4220579460" sldId="260"/>
            <ac:grpSpMk id="137" creationId="{4B329599-2FC5-3C9E-FEC9-FA77E26DC450}"/>
          </ac:grpSpMkLst>
        </pc:grpChg>
        <pc:grpChg chg="add mod">
          <ac:chgData name="Tirthankar Barari (TR)" userId="e41d4ef3-c9c5-4f08-a494-4c3cb9d953aa" providerId="ADAL" clId="{FDA9B3D4-9EE2-49C8-BD6B-D26A18FAF216}" dt="2026-06-25T20:02:33.610" v="2092" actId="26606"/>
          <ac:grpSpMkLst>
            <pc:docMk/>
            <pc:sldMk cId="4220579460" sldId="260"/>
            <ac:grpSpMk id="138" creationId="{14CD0C07-3F4F-4A8C-9375-93B2666BDC9D}"/>
          </ac:grpSpMkLst>
        </pc:grpChg>
        <pc:grpChg chg="add mod">
          <ac:chgData name="Tirthankar Barari (TR)" userId="e41d4ef3-c9c5-4f08-a494-4c3cb9d953aa" providerId="ADAL" clId="{FDA9B3D4-9EE2-49C8-BD6B-D26A18FAF216}" dt="2026-06-25T20:02:33.610" v="2092" actId="26606"/>
          <ac:grpSpMkLst>
            <pc:docMk/>
            <pc:sldMk cId="4220579460" sldId="260"/>
            <ac:grpSpMk id="139" creationId="{98D27556-EF2C-EBBF-9BB3-8887C04E82F2}"/>
          </ac:grpSpMkLst>
        </pc:grpChg>
      </pc:sldChg>
      <pc:sldChg chg="addSp modSp add mod ord modNotesTx">
        <pc:chgData name="Tirthankar Barari (TR)" userId="e41d4ef3-c9c5-4f08-a494-4c3cb9d953aa" providerId="ADAL" clId="{FDA9B3D4-9EE2-49C8-BD6B-D26A18FAF216}" dt="2026-06-25T21:52:05.194" v="3287" actId="20577"/>
        <pc:sldMkLst>
          <pc:docMk/>
          <pc:sldMk cId="0" sldId="261"/>
        </pc:sldMkLst>
        <pc:spChg chg="add mod">
          <ac:chgData name="Tirthankar Barari (TR)" userId="e41d4ef3-c9c5-4f08-a494-4c3cb9d953aa" providerId="ADAL" clId="{FDA9B3D4-9EE2-49C8-BD6B-D26A18FAF216}" dt="2026-06-25T21:52:05.194" v="3287" actId="20577"/>
          <ac:spMkLst>
            <pc:docMk/>
            <pc:sldMk cId="0" sldId="261"/>
            <ac:spMk id="105" creationId="{00000000-0000-0000-0000-000000000000}"/>
          </ac:spMkLst>
        </pc:spChg>
        <pc:graphicFrameChg chg="mod modGraphic">
          <ac:chgData name="Tirthankar Barari (TR)" userId="e41d4ef3-c9c5-4f08-a494-4c3cb9d953aa" providerId="ADAL" clId="{FDA9B3D4-9EE2-49C8-BD6B-D26A18FAF216}" dt="2026-06-25T21:50:36.519" v="3215" actId="947"/>
          <ac:graphicFrameMkLst>
            <pc:docMk/>
            <pc:sldMk cId="0" sldId="261"/>
            <ac:graphicFrameMk id="10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20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o.microsoft.com/fwlink/?linkid=2144144"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D328-A249-7351-83E5-A2261A1E5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CAB5-6A50-2368-3F6A-8ABA69BD16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D4FB8B-73A6-C44E-9A12-F5C913BF1A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4FFAB-7580-9CC6-2930-7235FD96354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47057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default maximum message size for Microsoft mailboxes is 35 MB for sending and 36 MB for receiving. Microsoft administrators can specify a custom limit between 1 MB and 150 MB. However, the size of message you can send or receive also depends on what your email client or solution supports. For more information about customizing the maximum allowed message size for your organization, see </a:t>
            </a:r>
            <a:r>
              <a:rPr lang="en-US" sz="1200" b="0" i="0" u="none" strike="noStrike" kern="1200" dirty="0">
                <a:solidFill>
                  <a:schemeClr val="tx1"/>
                </a:solidFill>
                <a:effectLst/>
                <a:latin typeface="+mn-lt"/>
                <a:ea typeface="+mn-ea"/>
                <a:cs typeface="+mn-cs"/>
                <a:hlinkClick r:id="rId3"/>
              </a:rPr>
              <a:t>Microsoft supports larger email messages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You can send and receive up to 150 MB messages between users (where the message never leaves the Microsoft datacenters). Messages that are routed outside of the Microsoft datacenters are subject to an additional 33% translation encoding increase, in which case the maximum message size is 112 MB.</a:t>
            </a:r>
            <a:br>
              <a:rPr lang="en-US" dirty="0"/>
            </a:br>
            <a:endParaRPr lang="en-US" dirty="0"/>
          </a:p>
        </p:txBody>
      </p:sp>
    </p:spTree>
    <p:extLst>
      <p:ext uri="{BB962C8B-B14F-4D97-AF65-F5344CB8AC3E}">
        <p14:creationId xmlns:p14="http://schemas.microsoft.com/office/powerpoint/2010/main" val="235316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77741-07F4-6E76-89A2-282B2D329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0F52E-9721-10D9-819C-C734558015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F56C2E-3830-4092-C832-5FF113694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866F95-1FFD-B737-8EC1-1552D6DA73C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57826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3.svg"/><Relationship Id="rId12"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i-services/content-understanding/service-limits#input-file-limits" TargetMode="External"/><Relationship Id="rId3" Type="http://schemas.openxmlformats.org/officeDocument/2006/relationships/image" Target="../media/image20.png"/><Relationship Id="rId7" Type="http://schemas.openxmlformats.org/officeDocument/2006/relationships/hyperlink" Target="https://learn.microsoft.com/en-us/azure/ai-services/content-understanding/service-limits#resource-limit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office365/servicedescriptions/exchange-online-service-description/exchange-online-limits#message-limits" TargetMode="External"/><Relationship Id="rId5" Type="http://schemas.openxmlformats.org/officeDocument/2006/relationships/hyperlink" Target="https://learn.microsoft.com/en-us/graph/outlook-large-attachments?tabs=http#step-4-optional-get-the-file-attachment-from-the-outlook-item" TargetMode="External"/><Relationship Id="rId10" Type="http://schemas.openxmlformats.org/officeDocument/2006/relationships/hyperlink" Target="https://learn.microsoft.com/en-us/office365/servicedescriptions/exchange-online-service-description/exchange-online-limits#message-limits-1" TargetMode="External"/><Relationship Id="rId4" Type="http://schemas.openxmlformats.org/officeDocument/2006/relationships/hyperlink" Target="https://learn.microsoft.com/en-us/graph/throttling-limits#outlook-service-limits" TargetMode="External"/><Relationship Id="rId9" Type="http://schemas.openxmlformats.org/officeDocument/2006/relationships/hyperlink" Target="https://learn.microsoft.com/en-us/office365/servicedescriptions/exchange-online-service-description/exchange-online-limits#receiving-and-sending-limits"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21.svg"/><Relationship Id="rId12"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457200"/>
            <a:ext cx="914400" cy="32004"/>
          </a:xfrm>
          <a:prstGeom prst="rect">
            <a:avLst/>
          </a:prstGeom>
          <a:solidFill>
            <a:srgbClr val="D4A843"/>
          </a:solidFill>
          <a:ln/>
        </p:spPr>
        <p:txBody>
          <a:bodyPr/>
          <a:lstStyle/>
          <a:p>
            <a:endParaRPr lang="en-US"/>
          </a:p>
        </p:txBody>
      </p:sp>
      <p:sp>
        <p:nvSpPr>
          <p:cNvPr id="3" name="Text 1"/>
          <p:cNvSpPr/>
          <p:nvPr/>
        </p:nvSpPr>
        <p:spPr>
          <a:xfrm>
            <a:off x="731520" y="594360"/>
            <a:ext cx="7315200" cy="548640"/>
          </a:xfrm>
          <a:prstGeom prst="rect">
            <a:avLst/>
          </a:prstGeom>
          <a:noFill/>
          <a:ln/>
        </p:spPr>
        <p:txBody>
          <a:bodyPr wrap="square" lIns="0" tIns="0" rIns="0" bIns="0" rtlCol="0" anchor="ctr"/>
          <a:lstStyle/>
          <a:p>
            <a:pPr marL="0" indent="0">
              <a:buNone/>
            </a:pPr>
            <a:r>
              <a:rPr lang="en-US" sz="3000" b="1" kern="0" spc="300" dirty="0">
                <a:solidFill>
                  <a:srgbClr val="FFFFFF"/>
                </a:solidFill>
                <a:latin typeface="Trebuchet MS" pitchFamily="34" charset="0"/>
                <a:ea typeface="Trebuchet MS" pitchFamily="34" charset="-122"/>
                <a:cs typeface="Trebuchet MS" pitchFamily="34" charset="-120"/>
              </a:rPr>
              <a:t>EXTRACT – INSIGHT – ACTION</a:t>
            </a:r>
            <a:endParaRPr lang="en-US" sz="3000" dirty="0"/>
          </a:p>
        </p:txBody>
      </p:sp>
      <p:sp>
        <p:nvSpPr>
          <p:cNvPr id="4" name="Text 2"/>
          <p:cNvSpPr/>
          <p:nvPr/>
        </p:nvSpPr>
        <p:spPr>
          <a:xfrm>
            <a:off x="731520" y="1124712"/>
            <a:ext cx="7315200" cy="320040"/>
          </a:xfrm>
          <a:prstGeom prst="rect">
            <a:avLst/>
          </a:prstGeom>
          <a:noFill/>
          <a:ln/>
        </p:spPr>
        <p:txBody>
          <a:bodyPr wrap="square" lIns="0" tIns="0" rIns="0" bIns="0" rtlCol="0" anchor="ctr"/>
          <a:lstStyle/>
          <a:p>
            <a:pPr marL="0" indent="0">
              <a:buNone/>
            </a:pPr>
            <a:r>
              <a:rPr lang="en-US" sz="1400" i="1" dirty="0">
                <a:solidFill>
                  <a:srgbClr val="8899AA"/>
                </a:solidFill>
                <a:latin typeface="Calibri" pitchFamily="34" charset="0"/>
                <a:ea typeface="Calibri" pitchFamily="34" charset="-122"/>
                <a:cs typeface="Calibri" pitchFamily="34" charset="-120"/>
              </a:rPr>
              <a:t>What This Solution Solves</a:t>
            </a:r>
            <a:endParaRPr lang="en-US" sz="1400" dirty="0"/>
          </a:p>
        </p:txBody>
      </p:sp>
      <p:sp>
        <p:nvSpPr>
          <p:cNvPr id="5" name="Shape 3"/>
          <p:cNvSpPr/>
          <p:nvPr/>
        </p:nvSpPr>
        <p:spPr>
          <a:xfrm>
            <a:off x="521208" y="1755648"/>
            <a:ext cx="2798064" cy="4224528"/>
          </a:xfrm>
          <a:prstGeom prst="rect">
            <a:avLst/>
          </a:prstGeom>
          <a:solidFill>
            <a:srgbClr val="E76F51">
              <a:alpha val="15000"/>
            </a:srgbClr>
          </a:solidFill>
          <a:ln/>
        </p:spPr>
        <p:txBody>
          <a:bodyPr/>
          <a:lstStyle/>
          <a:p>
            <a:endParaRPr lang="en-US"/>
          </a:p>
        </p:txBody>
      </p:sp>
      <p:sp>
        <p:nvSpPr>
          <p:cNvPr id="6" name="Shape 4"/>
          <p:cNvSpPr/>
          <p:nvPr/>
        </p:nvSpPr>
        <p:spPr>
          <a:xfrm>
            <a:off x="338328" y="1783080"/>
            <a:ext cx="2953512" cy="4165718"/>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7" name="Shape 5"/>
          <p:cNvSpPr/>
          <p:nvPr/>
        </p:nvSpPr>
        <p:spPr>
          <a:xfrm>
            <a:off x="338328" y="1783080"/>
            <a:ext cx="2953512" cy="45720"/>
          </a:xfrm>
          <a:prstGeom prst="rect">
            <a:avLst/>
          </a:prstGeom>
          <a:solidFill>
            <a:srgbClr val="E76F51"/>
          </a:solidFill>
          <a:ln/>
        </p:spPr>
        <p:txBody>
          <a:bodyPr/>
          <a:lstStyle/>
          <a:p>
            <a:endParaRPr lang="en-US"/>
          </a:p>
        </p:txBody>
      </p:sp>
      <p:sp>
        <p:nvSpPr>
          <p:cNvPr id="8" name="Shape 6"/>
          <p:cNvSpPr/>
          <p:nvPr/>
        </p:nvSpPr>
        <p:spPr>
          <a:xfrm>
            <a:off x="777240" y="2057400"/>
            <a:ext cx="548640" cy="548640"/>
          </a:xfrm>
          <a:prstGeom prst="ellipse">
            <a:avLst/>
          </a:prstGeom>
          <a:solidFill>
            <a:srgbClr val="2A1A15"/>
          </a:solidFill>
          <a:ln w="6350">
            <a:solidFill>
              <a:srgbClr val="3D252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50392" y="2130552"/>
            <a:ext cx="402336" cy="402336"/>
          </a:xfrm>
          <a:prstGeom prst="rect">
            <a:avLst/>
          </a:prstGeom>
        </p:spPr>
      </p:pic>
      <p:sp>
        <p:nvSpPr>
          <p:cNvPr id="10" name="Text 7"/>
          <p:cNvSpPr/>
          <p:nvPr/>
        </p:nvSpPr>
        <p:spPr>
          <a:xfrm>
            <a:off x="1463040" y="2103120"/>
            <a:ext cx="1645920" cy="457200"/>
          </a:xfrm>
          <a:prstGeom prst="rect">
            <a:avLst/>
          </a:prstGeom>
          <a:noFill/>
          <a:ln/>
        </p:spPr>
        <p:txBody>
          <a:bodyPr wrap="square" lIns="0" tIns="0" rIns="0" bIns="0" rtlCol="0" anchor="ctr"/>
          <a:lstStyle/>
          <a:p>
            <a:pPr marL="0" indent="0">
              <a:buNone/>
            </a:pPr>
            <a:r>
              <a:rPr lang="en-US" sz="1700" b="1" dirty="0">
                <a:solidFill>
                  <a:srgbClr val="E76F51"/>
                </a:solidFill>
                <a:latin typeface="Trebuchet MS" pitchFamily="34" charset="0"/>
                <a:ea typeface="Trebuchet MS" pitchFamily="34" charset="-122"/>
                <a:cs typeface="Trebuchet MS" pitchFamily="34" charset="-120"/>
              </a:rPr>
              <a:t>The Challenge</a:t>
            </a:r>
            <a:endParaRPr lang="en-US" sz="1700" dirty="0"/>
          </a:p>
        </p:txBody>
      </p:sp>
      <p:sp>
        <p:nvSpPr>
          <p:cNvPr id="11" name="Shape 8"/>
          <p:cNvSpPr/>
          <p:nvPr/>
        </p:nvSpPr>
        <p:spPr>
          <a:xfrm>
            <a:off x="523240" y="2743200"/>
            <a:ext cx="2635250" cy="0"/>
          </a:xfrm>
          <a:prstGeom prst="line">
            <a:avLst/>
          </a:prstGeom>
          <a:noFill/>
          <a:ln w="6350">
            <a:solidFill>
              <a:srgbClr val="3D2A35"/>
            </a:solidFill>
            <a:prstDash val="solid"/>
          </a:ln>
        </p:spPr>
        <p:txBody>
          <a:bodyPr/>
          <a:lstStyle/>
          <a:p>
            <a:endParaRPr lang="en-US"/>
          </a:p>
        </p:txBody>
      </p:sp>
      <p:sp>
        <p:nvSpPr>
          <p:cNvPr id="12" name="Text 9"/>
          <p:cNvSpPr/>
          <p:nvPr/>
        </p:nvSpPr>
        <p:spPr>
          <a:xfrm>
            <a:off x="579120" y="2811780"/>
            <a:ext cx="2529840" cy="2788920"/>
          </a:xfrm>
          <a:prstGeom prst="rect">
            <a:avLst/>
          </a:prstGeom>
          <a:noFill/>
          <a:ln/>
        </p:spPr>
        <p:txBody>
          <a:bodyPr wrap="square" lIns="0" tIns="0" rIns="0" bIns="0" rtlCol="0" anchor="t"/>
          <a:lstStyle/>
          <a:p>
            <a:pPr marL="0" indent="0">
              <a:buNone/>
            </a:pPr>
            <a:r>
              <a:rPr lang="en-US" sz="1250" b="1" dirty="0">
                <a:solidFill>
                  <a:srgbClr val="E8ECF0"/>
                </a:solidFill>
                <a:latin typeface="Calibri" pitchFamily="34" charset="0"/>
                <a:ea typeface="Calibri" pitchFamily="34" charset="-122"/>
                <a:cs typeface="Calibri" pitchFamily="34" charset="-120"/>
              </a:rPr>
              <a:t>High-volume email ingestion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Thousands of emails per hour with attachments in shared mailboxes requiring manual triage</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Manual data extraction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Documents, images, audio, and video processed by hand</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Scattered insights</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No unified view for decision-makers across email data</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Slow response cycles</a:t>
            </a:r>
            <a:endParaRPr lang="en-US" sz="1250" dirty="0"/>
          </a:p>
          <a:p>
            <a:pPr marL="0" indent="0">
              <a:buNone/>
            </a:pPr>
            <a:r>
              <a:rPr lang="en-US" sz="1050" dirty="0">
                <a:solidFill>
                  <a:srgbClr val="8899AA"/>
                </a:solidFill>
                <a:latin typeface="Calibri" pitchFamily="34" charset="0"/>
                <a:ea typeface="Calibri" pitchFamily="34" charset="-122"/>
                <a:cs typeface="Calibri" pitchFamily="34" charset="-120"/>
              </a:rPr>
              <a:t>Delayed actions due to bottlenecks in human review</a:t>
            </a:r>
            <a:endParaRPr lang="en-US" sz="1250" dirty="0"/>
          </a:p>
        </p:txBody>
      </p:sp>
      <p:sp>
        <p:nvSpPr>
          <p:cNvPr id="13" name="Shape 10"/>
          <p:cNvSpPr/>
          <p:nvPr/>
        </p:nvSpPr>
        <p:spPr>
          <a:xfrm>
            <a:off x="3383280"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56432" y="3319272"/>
            <a:ext cx="402336" cy="402336"/>
          </a:xfrm>
          <a:prstGeom prst="rect">
            <a:avLst/>
          </a:prstGeom>
        </p:spPr>
      </p:pic>
      <p:sp>
        <p:nvSpPr>
          <p:cNvPr id="15" name="Shape 11"/>
          <p:cNvSpPr/>
          <p:nvPr/>
        </p:nvSpPr>
        <p:spPr>
          <a:xfrm>
            <a:off x="4041648" y="1755648"/>
            <a:ext cx="4809744" cy="4193150"/>
          </a:xfrm>
          <a:prstGeom prst="rect">
            <a:avLst/>
          </a:prstGeom>
          <a:solidFill>
            <a:srgbClr val="2EC4B6">
              <a:alpha val="15000"/>
            </a:srgbClr>
          </a:solidFill>
          <a:ln/>
        </p:spPr>
        <p:txBody>
          <a:bodyPr/>
          <a:lstStyle/>
          <a:p>
            <a:endParaRPr lang="en-US"/>
          </a:p>
        </p:txBody>
      </p:sp>
      <p:sp>
        <p:nvSpPr>
          <p:cNvPr id="16" name="Shape 12"/>
          <p:cNvSpPr/>
          <p:nvPr/>
        </p:nvSpPr>
        <p:spPr>
          <a:xfrm>
            <a:off x="4069080" y="1783079"/>
            <a:ext cx="4754880" cy="4134777"/>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17" name="Shape 13"/>
          <p:cNvSpPr/>
          <p:nvPr/>
        </p:nvSpPr>
        <p:spPr>
          <a:xfrm>
            <a:off x="4069080" y="1783080"/>
            <a:ext cx="4754880" cy="48644"/>
          </a:xfrm>
          <a:prstGeom prst="rect">
            <a:avLst/>
          </a:prstGeom>
          <a:solidFill>
            <a:srgbClr val="2EC4B6"/>
          </a:solidFill>
          <a:ln/>
        </p:spPr>
        <p:txBody>
          <a:bodyPr/>
          <a:lstStyle/>
          <a:p>
            <a:endParaRPr lang="en-US"/>
          </a:p>
        </p:txBody>
      </p:sp>
      <p:sp>
        <p:nvSpPr>
          <p:cNvPr id="18" name="Text 14"/>
          <p:cNvSpPr/>
          <p:nvPr/>
        </p:nvSpPr>
        <p:spPr>
          <a:xfrm>
            <a:off x="4343400" y="2011680"/>
            <a:ext cx="3657600" cy="411480"/>
          </a:xfrm>
          <a:prstGeom prst="rect">
            <a:avLst/>
          </a:prstGeom>
          <a:noFill/>
          <a:ln/>
        </p:spPr>
        <p:txBody>
          <a:bodyPr wrap="square" lIns="0" tIns="0" rIns="0" bIns="0" rtlCol="0" anchor="ctr"/>
          <a:lstStyle/>
          <a:p>
            <a:pPr marL="0" indent="0">
              <a:buNone/>
            </a:pPr>
            <a:r>
              <a:rPr lang="en-US" sz="1700" b="1" dirty="0">
                <a:solidFill>
                  <a:srgbClr val="2EC4B6"/>
                </a:solidFill>
                <a:latin typeface="Trebuchet MS" pitchFamily="34" charset="0"/>
                <a:ea typeface="Trebuchet MS" pitchFamily="34" charset="-122"/>
                <a:cs typeface="Trebuchet MS" pitchFamily="34" charset="-120"/>
              </a:rPr>
              <a:t>The Platform</a:t>
            </a:r>
            <a:endParaRPr lang="en-US" sz="1700" dirty="0"/>
          </a:p>
        </p:txBody>
      </p:sp>
      <p:sp>
        <p:nvSpPr>
          <p:cNvPr id="19" name="Shape 15"/>
          <p:cNvSpPr/>
          <p:nvPr/>
        </p:nvSpPr>
        <p:spPr>
          <a:xfrm>
            <a:off x="4251960"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0" name="Shape 16"/>
          <p:cNvSpPr/>
          <p:nvPr/>
        </p:nvSpPr>
        <p:spPr>
          <a:xfrm>
            <a:off x="4672584"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741164" y="2811780"/>
            <a:ext cx="365760" cy="365760"/>
          </a:xfrm>
          <a:prstGeom prst="rect">
            <a:avLst/>
          </a:prstGeom>
        </p:spPr>
      </p:pic>
      <p:sp>
        <p:nvSpPr>
          <p:cNvPr id="22" name="Text 17"/>
          <p:cNvSpPr/>
          <p:nvPr/>
        </p:nvSpPr>
        <p:spPr>
          <a:xfrm>
            <a:off x="4251960"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Extract</a:t>
            </a:r>
            <a:endParaRPr lang="en-US" sz="1300" dirty="0"/>
          </a:p>
        </p:txBody>
      </p:sp>
      <p:sp>
        <p:nvSpPr>
          <p:cNvPr id="23" name="Text 18"/>
          <p:cNvSpPr/>
          <p:nvPr/>
        </p:nvSpPr>
        <p:spPr>
          <a:xfrm>
            <a:off x="4343400"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shared mailbox polling</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Queue-based orchestration</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Multi-format content parsing</a:t>
            </a:r>
            <a:endParaRPr lang="en-US" sz="1000" dirty="0"/>
          </a:p>
        </p:txBody>
      </p:sp>
      <p:sp>
        <p:nvSpPr>
          <p:cNvPr id="24" name="Shape 19"/>
          <p:cNvSpPr/>
          <p:nvPr/>
        </p:nvSpPr>
        <p:spPr>
          <a:xfrm>
            <a:off x="5705856"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5" name="Shape 20"/>
          <p:cNvSpPr/>
          <p:nvPr/>
        </p:nvSpPr>
        <p:spPr>
          <a:xfrm>
            <a:off x="6126480"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195060" y="2811780"/>
            <a:ext cx="365760" cy="365760"/>
          </a:xfrm>
          <a:prstGeom prst="rect">
            <a:avLst/>
          </a:prstGeom>
        </p:spPr>
      </p:pic>
      <p:sp>
        <p:nvSpPr>
          <p:cNvPr id="27" name="Text 21"/>
          <p:cNvSpPr/>
          <p:nvPr/>
        </p:nvSpPr>
        <p:spPr>
          <a:xfrm>
            <a:off x="5705856"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Insight</a:t>
            </a:r>
            <a:endParaRPr lang="en-US" sz="1300" dirty="0"/>
          </a:p>
        </p:txBody>
      </p:sp>
      <p:sp>
        <p:nvSpPr>
          <p:cNvPr id="28" name="Text 22"/>
          <p:cNvSpPr/>
          <p:nvPr/>
        </p:nvSpPr>
        <p:spPr>
          <a:xfrm>
            <a:off x="5797296"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AI agents with multi-modal models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Indexed search &amp; knowledge base</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Persistent insight data store</a:t>
            </a:r>
            <a:endParaRPr lang="en-US" sz="1000" dirty="0"/>
          </a:p>
        </p:txBody>
      </p:sp>
      <p:sp>
        <p:nvSpPr>
          <p:cNvPr id="29" name="Shape 23"/>
          <p:cNvSpPr/>
          <p:nvPr/>
        </p:nvSpPr>
        <p:spPr>
          <a:xfrm>
            <a:off x="7159752"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30" name="Shape 24"/>
          <p:cNvSpPr/>
          <p:nvPr/>
        </p:nvSpPr>
        <p:spPr>
          <a:xfrm>
            <a:off x="7580376"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648956" y="2811780"/>
            <a:ext cx="365760" cy="365760"/>
          </a:xfrm>
          <a:prstGeom prst="rect">
            <a:avLst/>
          </a:prstGeom>
        </p:spPr>
      </p:pic>
      <p:sp>
        <p:nvSpPr>
          <p:cNvPr id="32" name="Text 25"/>
          <p:cNvSpPr/>
          <p:nvPr/>
        </p:nvSpPr>
        <p:spPr>
          <a:xfrm>
            <a:off x="7159752"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Action</a:t>
            </a:r>
            <a:endParaRPr lang="en-US" sz="1300" dirty="0"/>
          </a:p>
        </p:txBody>
      </p:sp>
      <p:sp>
        <p:nvSpPr>
          <p:cNvPr id="33" name="Text 26"/>
          <p:cNvSpPr/>
          <p:nvPr/>
        </p:nvSpPr>
        <p:spPr>
          <a:xfrm>
            <a:off x="7251192"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workflow triggers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Agent-assisted review &amp; decisions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Controlled autonomy levels</a:t>
            </a:r>
            <a:endParaRPr lang="en-US" sz="1000" dirty="0"/>
          </a:p>
        </p:txBody>
      </p:sp>
      <p:sp>
        <p:nvSpPr>
          <p:cNvPr id="34" name="Text 27"/>
          <p:cNvSpPr/>
          <p:nvPr/>
        </p:nvSpPr>
        <p:spPr>
          <a:xfrm>
            <a:off x="5596128"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5" name="Text 28"/>
          <p:cNvSpPr/>
          <p:nvPr/>
        </p:nvSpPr>
        <p:spPr>
          <a:xfrm>
            <a:off x="7050024"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6" name="Shape 29"/>
          <p:cNvSpPr/>
          <p:nvPr/>
        </p:nvSpPr>
        <p:spPr>
          <a:xfrm>
            <a:off x="8942832"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37" name="Image 5" descr="preencoded.png"/>
          <p:cNvPicPr>
            <a:picLocks noChangeAspect="1"/>
          </p:cNvPicPr>
          <p:nvPr/>
        </p:nvPicPr>
        <p:blipFill>
          <a:blip r:embed="rId4"/>
          <a:stretch>
            <a:fillRect/>
          </a:stretch>
        </p:blipFill>
        <p:spPr>
          <a:xfrm>
            <a:off x="9015984" y="3319272"/>
            <a:ext cx="402336" cy="402336"/>
          </a:xfrm>
          <a:prstGeom prst="rect">
            <a:avLst/>
          </a:prstGeom>
        </p:spPr>
      </p:pic>
      <p:sp>
        <p:nvSpPr>
          <p:cNvPr id="38" name="Shape 30"/>
          <p:cNvSpPr/>
          <p:nvPr/>
        </p:nvSpPr>
        <p:spPr>
          <a:xfrm>
            <a:off x="9573767" y="1755647"/>
            <a:ext cx="2313903" cy="4219257"/>
          </a:xfrm>
          <a:prstGeom prst="rect">
            <a:avLst/>
          </a:prstGeom>
          <a:solidFill>
            <a:srgbClr val="D4A843">
              <a:alpha val="15000"/>
            </a:srgbClr>
          </a:solidFill>
          <a:ln/>
        </p:spPr>
        <p:txBody>
          <a:bodyPr/>
          <a:lstStyle/>
          <a:p>
            <a:endParaRPr lang="en-US"/>
          </a:p>
        </p:txBody>
      </p:sp>
      <p:sp>
        <p:nvSpPr>
          <p:cNvPr id="39" name="Shape 31"/>
          <p:cNvSpPr/>
          <p:nvPr/>
        </p:nvSpPr>
        <p:spPr>
          <a:xfrm>
            <a:off x="9601200" y="1783080"/>
            <a:ext cx="2252472" cy="4160520"/>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40" name="Shape 32"/>
          <p:cNvSpPr/>
          <p:nvPr/>
        </p:nvSpPr>
        <p:spPr>
          <a:xfrm>
            <a:off x="9601200" y="1783079"/>
            <a:ext cx="2252472" cy="48947"/>
          </a:xfrm>
          <a:prstGeom prst="rect">
            <a:avLst/>
          </a:prstGeom>
          <a:solidFill>
            <a:srgbClr val="D4A843"/>
          </a:solidFill>
          <a:ln/>
        </p:spPr>
        <p:txBody>
          <a:bodyPr/>
          <a:lstStyle/>
          <a:p>
            <a:endParaRPr lang="en-US"/>
          </a:p>
        </p:txBody>
      </p:sp>
      <p:sp>
        <p:nvSpPr>
          <p:cNvPr id="41" name="Shape 33"/>
          <p:cNvSpPr/>
          <p:nvPr/>
        </p:nvSpPr>
        <p:spPr>
          <a:xfrm>
            <a:off x="9784080" y="2011680"/>
            <a:ext cx="548640" cy="548640"/>
          </a:xfrm>
          <a:prstGeom prst="ellipse">
            <a:avLst/>
          </a:prstGeom>
          <a:solidFill>
            <a:srgbClr val="2A2210"/>
          </a:solidFill>
          <a:ln w="6350">
            <a:solidFill>
              <a:srgbClr val="3D3520"/>
            </a:solidFill>
            <a:prstDash val="solid"/>
          </a:ln>
        </p:spPr>
        <p:txBody>
          <a:bodyPr/>
          <a:lstStyle/>
          <a:p>
            <a:endParaRPr lang="en-US"/>
          </a:p>
        </p:txBody>
      </p:sp>
      <p:pic>
        <p:nvPicPr>
          <p:cNvPr id="42" name="Image 6" descr="preencoded.png"/>
          <p:cNvPicPr>
            <a:picLocks noChangeAspect="1"/>
          </p:cNvPicPr>
          <p:nvPr/>
        </p:nvPicPr>
        <p:blipFill>
          <a:blip r:embed="rId8"/>
          <a:stretch>
            <a:fillRect/>
          </a:stretch>
        </p:blipFill>
        <p:spPr>
          <a:xfrm>
            <a:off x="9857232" y="2084832"/>
            <a:ext cx="402336" cy="402336"/>
          </a:xfrm>
          <a:prstGeom prst="rect">
            <a:avLst/>
          </a:prstGeom>
        </p:spPr>
      </p:pic>
      <p:sp>
        <p:nvSpPr>
          <p:cNvPr id="43" name="Text 34"/>
          <p:cNvSpPr/>
          <p:nvPr/>
        </p:nvSpPr>
        <p:spPr>
          <a:xfrm>
            <a:off x="10424160" y="2057400"/>
            <a:ext cx="1097280" cy="457200"/>
          </a:xfrm>
          <a:prstGeom prst="rect">
            <a:avLst/>
          </a:prstGeom>
          <a:noFill/>
          <a:ln/>
        </p:spPr>
        <p:txBody>
          <a:bodyPr wrap="square" lIns="0" tIns="0" rIns="0" bIns="0" rtlCol="0" anchor="ctr"/>
          <a:lstStyle/>
          <a:p>
            <a:pPr marL="0" indent="0">
              <a:buNone/>
            </a:pPr>
            <a:r>
              <a:rPr lang="en-US" sz="1600" b="1" dirty="0">
                <a:solidFill>
                  <a:srgbClr val="D4A843"/>
                </a:solidFill>
                <a:latin typeface="Trebuchet MS" pitchFamily="34" charset="0"/>
                <a:ea typeface="Trebuchet MS" pitchFamily="34" charset="-122"/>
                <a:cs typeface="Trebuchet MS" pitchFamily="34" charset="-120"/>
              </a:rPr>
              <a:t>The Impact</a:t>
            </a:r>
            <a:endParaRPr lang="en-US" sz="1600" dirty="0"/>
          </a:p>
        </p:txBody>
      </p:sp>
      <p:sp>
        <p:nvSpPr>
          <p:cNvPr id="44" name="Shape 35"/>
          <p:cNvSpPr/>
          <p:nvPr/>
        </p:nvSpPr>
        <p:spPr>
          <a:xfrm>
            <a:off x="9784080" y="2697480"/>
            <a:ext cx="1842932" cy="0"/>
          </a:xfrm>
          <a:prstGeom prst="line">
            <a:avLst/>
          </a:prstGeom>
          <a:noFill/>
          <a:ln w="6350">
            <a:solidFill>
              <a:srgbClr val="3D3520"/>
            </a:solidFill>
            <a:prstDash val="solid"/>
          </a:ln>
        </p:spPr>
        <p:txBody>
          <a:bodyPr/>
          <a:lstStyle/>
          <a:p>
            <a:endParaRPr lang="en-US"/>
          </a:p>
        </p:txBody>
      </p:sp>
      <p:sp>
        <p:nvSpPr>
          <p:cNvPr id="45" name="Text 36"/>
          <p:cNvSpPr/>
          <p:nvPr/>
        </p:nvSpPr>
        <p:spPr>
          <a:xfrm>
            <a:off x="9785023" y="2778932"/>
            <a:ext cx="1842932" cy="3083216"/>
          </a:xfrm>
          <a:prstGeom prst="rect">
            <a:avLst/>
          </a:prstGeom>
          <a:noFill/>
          <a:ln/>
        </p:spPr>
        <p:txBody>
          <a:bodyPr wrap="square" lIns="0" tIns="0" rIns="0" bIns="0" rtlCol="0" anchor="t"/>
          <a:lstStyle/>
          <a:p>
            <a:pPr marL="0" indent="0">
              <a:buNone/>
            </a:pPr>
            <a:r>
              <a:rPr lang="en-US" sz="1200" b="1" dirty="0">
                <a:solidFill>
                  <a:srgbClr val="E8ECF0"/>
                </a:solidFill>
                <a:latin typeface="Calibri" pitchFamily="34" charset="0"/>
                <a:ea typeface="Calibri" pitchFamily="34" charset="-122"/>
                <a:cs typeface="Calibri" pitchFamily="34" charset="-120"/>
              </a:rPr>
              <a:t>Autonomous processing</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End-to-end straight through processing or human intervention</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Faster decisions</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AI-assisted review and recommendations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Operational visibility</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Unified dashboard and profile controls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Enterprise-grade</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Managed identity, Key Vault, least privilege</a:t>
            </a:r>
          </a:p>
          <a:p>
            <a:pPr marL="0" indent="0">
              <a:spcBef>
                <a:spcPts val="1200"/>
              </a:spcBef>
              <a:buNone/>
            </a:pPr>
            <a:r>
              <a:rPr lang="en-US" sz="1200" b="1" dirty="0">
                <a:solidFill>
                  <a:srgbClr val="E8ECF0"/>
                </a:solidFill>
                <a:latin typeface="Calibri" pitchFamily="34" charset="0"/>
                <a:ea typeface="Calibri" pitchFamily="34" charset="-122"/>
                <a:cs typeface="Calibri" pitchFamily="34" charset="-120"/>
              </a:rPr>
              <a:t>Workflow integration</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Connects to existing enterprise systems and processes</a:t>
            </a:r>
            <a:endParaRPr lang="en-US" sz="1200" dirty="0"/>
          </a:p>
        </p:txBody>
      </p:sp>
      <p:sp>
        <p:nvSpPr>
          <p:cNvPr id="46" name="Shape 37"/>
          <p:cNvSpPr/>
          <p:nvPr/>
        </p:nvSpPr>
        <p:spPr>
          <a:xfrm>
            <a:off x="0" y="6126480"/>
            <a:ext cx="12161520" cy="731520"/>
          </a:xfrm>
          <a:prstGeom prst="rect">
            <a:avLst/>
          </a:prstGeom>
          <a:solidFill>
            <a:srgbClr val="0A1520"/>
          </a:solidFill>
          <a:ln/>
        </p:spPr>
        <p:txBody>
          <a:bodyPr/>
          <a:lstStyle/>
          <a:p>
            <a:endParaRPr lang="en-US"/>
          </a:p>
        </p:txBody>
      </p:sp>
      <p:sp>
        <p:nvSpPr>
          <p:cNvPr id="47" name="Shape 38"/>
          <p:cNvSpPr/>
          <p:nvPr/>
        </p:nvSpPr>
        <p:spPr>
          <a:xfrm>
            <a:off x="0" y="6126480"/>
            <a:ext cx="12161520" cy="18288"/>
          </a:xfrm>
          <a:prstGeom prst="rect">
            <a:avLst/>
          </a:prstGeom>
          <a:solidFill>
            <a:srgbClr val="B8923A"/>
          </a:solidFill>
          <a:ln/>
        </p:spPr>
        <p:txBody>
          <a:bodyPr/>
          <a:lstStyle/>
          <a:p>
            <a:endParaRPr lang="en-US"/>
          </a:p>
        </p:txBody>
      </p:sp>
      <p:pic>
        <p:nvPicPr>
          <p:cNvPr id="48" name="Image 7" descr="preencoded.png"/>
          <p:cNvPicPr>
            <a:picLocks noChangeAspect="1"/>
          </p:cNvPicPr>
          <p:nvPr/>
        </p:nvPicPr>
        <p:blipFill>
          <a:blip r:embed="rId9"/>
          <a:stretch>
            <a:fillRect/>
          </a:stretch>
        </p:blipFill>
        <p:spPr>
          <a:xfrm>
            <a:off x="731520" y="6291072"/>
            <a:ext cx="347472" cy="347472"/>
          </a:xfrm>
          <a:prstGeom prst="rect">
            <a:avLst/>
          </a:prstGeom>
        </p:spPr>
      </p:pic>
      <p:sp>
        <p:nvSpPr>
          <p:cNvPr id="49" name="Text 39"/>
          <p:cNvSpPr/>
          <p:nvPr/>
        </p:nvSpPr>
        <p:spPr>
          <a:xfrm>
            <a:off x="1188720" y="6263640"/>
            <a:ext cx="2743200" cy="411480"/>
          </a:xfrm>
          <a:prstGeom prst="rect">
            <a:avLst/>
          </a:prstGeom>
          <a:noFill/>
          <a:ln/>
        </p:spPr>
        <p:txBody>
          <a:bodyPr wrap="square" lIns="0" tIns="0" rIns="0" bIns="0" rtlCol="0" anchor="ctr"/>
          <a:lstStyle/>
          <a:p>
            <a:pPr marL="0" indent="0">
              <a:buNone/>
            </a:pPr>
            <a:r>
              <a:rPr lang="en-US" sz="1200" b="1" dirty="0">
                <a:solidFill>
                  <a:srgbClr val="2EC4B6"/>
                </a:solidFill>
                <a:latin typeface="Trebuchet MS" pitchFamily="34" charset="0"/>
                <a:ea typeface="Trebuchet MS" pitchFamily="34" charset="-122"/>
                <a:cs typeface="Trebuchet MS" pitchFamily="34" charset="-120"/>
              </a:rPr>
              <a:t>Enterprise Security Foundation</a:t>
            </a:r>
            <a:endParaRPr lang="en-US" sz="1200" dirty="0"/>
          </a:p>
        </p:txBody>
      </p:sp>
      <p:sp>
        <p:nvSpPr>
          <p:cNvPr id="50" name="Text 40"/>
          <p:cNvSpPr/>
          <p:nvPr/>
        </p:nvSpPr>
        <p:spPr>
          <a:xfrm>
            <a:off x="4114800" y="6263640"/>
            <a:ext cx="7315200" cy="411480"/>
          </a:xfrm>
          <a:prstGeom prst="rect">
            <a:avLst/>
          </a:prstGeom>
          <a:noFill/>
          <a:ln/>
        </p:spPr>
        <p:txBody>
          <a:bodyPr wrap="square" lIns="0" tIns="0" rIns="0" bIns="0" rtlCol="0" anchor="ctr"/>
          <a:lstStyle/>
          <a:p>
            <a:pPr marL="0" indent="0">
              <a:buNone/>
            </a:pPr>
            <a:r>
              <a:rPr lang="en-US" sz="1050" dirty="0">
                <a:solidFill>
                  <a:srgbClr val="8899AA"/>
                </a:solidFill>
                <a:latin typeface="Calibri" pitchFamily="34" charset="0"/>
                <a:ea typeface="Calibri" pitchFamily="34" charset="-122"/>
                <a:cs typeface="Calibri" pitchFamily="34" charset="-120"/>
              </a:rPr>
              <a:t>Microsoft Entra ID  ·  Managed Identities  ·  Azure Key Vault  ·  Least-Privilege Governance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929"/>
        </a:solidFill>
        <a:effectLst/>
      </p:bgPr>
    </p:bg>
    <p:spTree>
      <p:nvGrpSpPr>
        <p:cNvPr id="1" name="">
          <a:extLst>
            <a:ext uri="{FF2B5EF4-FFF2-40B4-BE49-F238E27FC236}">
              <a16:creationId xmlns:a16="http://schemas.microsoft.com/office/drawing/2014/main" id="{9C5B20BF-BBDF-0FFB-B99B-1720E6D433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798FC7-1771-84E4-BD9C-94BFAD49DC5A}"/>
              </a:ext>
            </a:extLst>
          </p:cNvPr>
          <p:cNvSpPr/>
          <p:nvPr/>
        </p:nvSpPr>
        <p:spPr>
          <a:xfrm>
            <a:off x="0" y="0"/>
            <a:ext cx="12188952" cy="868680"/>
          </a:xfrm>
          <a:prstGeom prst="rect">
            <a:avLst/>
          </a:prstGeom>
          <a:solidFill>
            <a:srgbClr val="0A1520"/>
          </a:solidFill>
          <a:ln w="12700">
            <a:solidFill>
              <a:srgbClr val="D4A843"/>
            </a:solidFill>
            <a:prstDash val="solid"/>
          </a:ln>
        </p:spPr>
        <p:txBody>
          <a:bodyPr/>
          <a:lstStyle/>
          <a:p>
            <a:endParaRPr lang="en-US"/>
          </a:p>
        </p:txBody>
      </p:sp>
      <p:sp>
        <p:nvSpPr>
          <p:cNvPr id="3" name="Text 1">
            <a:extLst>
              <a:ext uri="{FF2B5EF4-FFF2-40B4-BE49-F238E27FC236}">
                <a16:creationId xmlns:a16="http://schemas.microsoft.com/office/drawing/2014/main" id="{58EB53BC-7867-01E2-32C4-9B058562C186}"/>
              </a:ext>
            </a:extLst>
          </p:cNvPr>
          <p:cNvSpPr/>
          <p:nvPr/>
        </p:nvSpPr>
        <p:spPr>
          <a:xfrm>
            <a:off x="411480" y="182880"/>
            <a:ext cx="9692640" cy="365760"/>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Extract-Insight-Action | Enterprise Azure Reference Architecture</a:t>
            </a:r>
            <a:endParaRPr lang="en-US" sz="1700" dirty="0"/>
          </a:p>
        </p:txBody>
      </p:sp>
      <p:sp>
        <p:nvSpPr>
          <p:cNvPr id="4" name="Text 2">
            <a:extLst>
              <a:ext uri="{FF2B5EF4-FFF2-40B4-BE49-F238E27FC236}">
                <a16:creationId xmlns:a16="http://schemas.microsoft.com/office/drawing/2014/main" id="{FA563071-0FA5-C792-726A-CD2E40D3AD9D}"/>
              </a:ext>
            </a:extLst>
          </p:cNvPr>
          <p:cNvSpPr/>
          <p:nvPr/>
        </p:nvSpPr>
        <p:spPr>
          <a:xfrm>
            <a:off x="411480" y="512064"/>
            <a:ext cx="8961120" cy="228600"/>
          </a:xfrm>
          <a:prstGeom prst="rect">
            <a:avLst/>
          </a:prstGeom>
          <a:noFill/>
          <a:ln/>
        </p:spPr>
        <p:txBody>
          <a:bodyPr wrap="square" lIns="0" tIns="0" rIns="0" bIns="0" rtlCol="0" anchor="ctr"/>
          <a:lstStyle/>
          <a:p>
            <a:pPr marL="0" indent="0">
              <a:buNone/>
            </a:pPr>
            <a:r>
              <a:rPr lang="en-US" sz="1000" dirty="0">
                <a:solidFill>
                  <a:srgbClr val="8899AA"/>
                </a:solidFill>
                <a:latin typeface="Segoe UI" pitchFamily="34" charset="0"/>
                <a:ea typeface="Segoe UI" pitchFamily="34" charset="-122"/>
                <a:cs typeface="Segoe UI" pitchFamily="34" charset="-120"/>
              </a:rPr>
              <a:t>Production topology with identity, messaging, AI enrichment, and Agentic reviews and actions</a:t>
            </a:r>
            <a:endParaRPr lang="en-US" sz="1000" dirty="0"/>
          </a:p>
        </p:txBody>
      </p:sp>
      <p:sp>
        <p:nvSpPr>
          <p:cNvPr id="5" name="Shape 3">
            <a:extLst>
              <a:ext uri="{FF2B5EF4-FFF2-40B4-BE49-F238E27FC236}">
                <a16:creationId xmlns:a16="http://schemas.microsoft.com/office/drawing/2014/main" id="{82B02A79-888D-3E49-809B-9FC39899ED77}"/>
              </a:ext>
            </a:extLst>
          </p:cNvPr>
          <p:cNvSpPr/>
          <p:nvPr/>
        </p:nvSpPr>
        <p:spPr>
          <a:xfrm>
            <a:off x="233838" y="1042416"/>
            <a:ext cx="5822487" cy="3666744"/>
          </a:xfrm>
          <a:prstGeom prst="roundRect">
            <a:avLst>
              <a:gd name="adj" fmla="val 2667"/>
            </a:avLst>
          </a:prstGeom>
          <a:solidFill>
            <a:srgbClr val="1B2A3D"/>
          </a:solidFill>
          <a:ln w="12700">
            <a:solidFill>
              <a:srgbClr val="3D2A35"/>
            </a:solidFill>
            <a:prstDash val="solid"/>
          </a:ln>
        </p:spPr>
        <p:txBody>
          <a:bodyPr/>
          <a:lstStyle/>
          <a:p>
            <a:endParaRPr lang="en-US"/>
          </a:p>
        </p:txBody>
      </p:sp>
      <p:sp>
        <p:nvSpPr>
          <p:cNvPr id="6" name="Text 4">
            <a:extLst>
              <a:ext uri="{FF2B5EF4-FFF2-40B4-BE49-F238E27FC236}">
                <a16:creationId xmlns:a16="http://schemas.microsoft.com/office/drawing/2014/main" id="{D718D1A4-A6C7-A51A-852B-ED7EE2373597}"/>
              </a:ext>
            </a:extLst>
          </p:cNvPr>
          <p:cNvSpPr/>
          <p:nvPr/>
        </p:nvSpPr>
        <p:spPr>
          <a:xfrm>
            <a:off x="502920" y="1152144"/>
            <a:ext cx="2377440" cy="201168"/>
          </a:xfrm>
          <a:prstGeom prst="rect">
            <a:avLst/>
          </a:prstGeom>
          <a:noFill/>
          <a:ln/>
        </p:spPr>
        <p:txBody>
          <a:bodyPr wrap="square" lIns="0" tIns="0" rIns="0" bIns="0" rtlCol="0" anchor="ctr"/>
          <a:lstStyle/>
          <a:p>
            <a:pPr marL="0" indent="0">
              <a:buNone/>
            </a:pPr>
            <a:r>
              <a:rPr lang="en-US" sz="1400">
                <a:solidFill>
                  <a:srgbClr val="E76F51"/>
                </a:solidFill>
                <a:latin typeface="Segoe UI Semibold" pitchFamily="34" charset="0"/>
                <a:ea typeface="Segoe UI Semibold" pitchFamily="34" charset="-122"/>
                <a:cs typeface="Segoe UI Semibold" pitchFamily="34" charset="-120"/>
              </a:rPr>
              <a:t>Ingestion &amp; Extraction</a:t>
            </a:r>
            <a:endParaRPr lang="en-US" sz="1400" dirty="0"/>
          </a:p>
        </p:txBody>
      </p:sp>
      <p:sp>
        <p:nvSpPr>
          <p:cNvPr id="7" name="Shape 5">
            <a:extLst>
              <a:ext uri="{FF2B5EF4-FFF2-40B4-BE49-F238E27FC236}">
                <a16:creationId xmlns:a16="http://schemas.microsoft.com/office/drawing/2014/main" id="{81448274-4FBB-0256-16DE-A837B4353C18}"/>
              </a:ext>
            </a:extLst>
          </p:cNvPr>
          <p:cNvSpPr/>
          <p:nvPr/>
        </p:nvSpPr>
        <p:spPr>
          <a:xfrm>
            <a:off x="6201999" y="1042416"/>
            <a:ext cx="2960289" cy="3666744"/>
          </a:xfrm>
          <a:prstGeom prst="roundRect">
            <a:avLst>
              <a:gd name="adj" fmla="val 2025"/>
            </a:avLst>
          </a:prstGeom>
          <a:solidFill>
            <a:srgbClr val="1B2A3D"/>
          </a:solidFill>
          <a:ln w="12700">
            <a:solidFill>
              <a:srgbClr val="2A3F55"/>
            </a:solidFill>
            <a:prstDash val="solid"/>
          </a:ln>
        </p:spPr>
        <p:txBody>
          <a:bodyPr/>
          <a:lstStyle/>
          <a:p>
            <a:endParaRPr lang="en-US"/>
          </a:p>
        </p:txBody>
      </p:sp>
      <p:sp>
        <p:nvSpPr>
          <p:cNvPr id="8" name="Text 6">
            <a:extLst>
              <a:ext uri="{FF2B5EF4-FFF2-40B4-BE49-F238E27FC236}">
                <a16:creationId xmlns:a16="http://schemas.microsoft.com/office/drawing/2014/main" id="{DACA0E01-049C-C785-4CD0-6E5ABE0456E3}"/>
              </a:ext>
            </a:extLst>
          </p:cNvPr>
          <p:cNvSpPr/>
          <p:nvPr/>
        </p:nvSpPr>
        <p:spPr>
          <a:xfrm>
            <a:off x="6365500" y="1124712"/>
            <a:ext cx="1978326" cy="256032"/>
          </a:xfrm>
          <a:prstGeom prst="rect">
            <a:avLst/>
          </a:prstGeom>
          <a:noFill/>
          <a:ln/>
        </p:spPr>
        <p:txBody>
          <a:bodyPr wrap="square" lIns="0" tIns="0" rIns="0" bIns="0" rtlCol="0" anchor="ctr"/>
          <a:lstStyle/>
          <a:p>
            <a:pPr marL="0" indent="0">
              <a:buNone/>
            </a:pPr>
            <a:r>
              <a:rPr lang="en-US" sz="1400">
                <a:solidFill>
                  <a:srgbClr val="2EC4B6"/>
                </a:solidFill>
                <a:latin typeface="Segoe UI Semibold" pitchFamily="34" charset="0"/>
                <a:ea typeface="Segoe UI Semibold" pitchFamily="34" charset="-122"/>
                <a:cs typeface="Segoe UI Semibold" pitchFamily="34" charset="-120"/>
              </a:rPr>
              <a:t>Insight Processing</a:t>
            </a:r>
            <a:endParaRPr lang="en-US" sz="1400" dirty="0"/>
          </a:p>
        </p:txBody>
      </p:sp>
      <p:sp>
        <p:nvSpPr>
          <p:cNvPr id="9" name="Shape 7">
            <a:extLst>
              <a:ext uri="{FF2B5EF4-FFF2-40B4-BE49-F238E27FC236}">
                <a16:creationId xmlns:a16="http://schemas.microsoft.com/office/drawing/2014/main" id="{E6DC323E-81F6-F5A8-690F-91B251F877DD}"/>
              </a:ext>
            </a:extLst>
          </p:cNvPr>
          <p:cNvSpPr/>
          <p:nvPr/>
        </p:nvSpPr>
        <p:spPr>
          <a:xfrm>
            <a:off x="9298452" y="1042416"/>
            <a:ext cx="2588748" cy="3666744"/>
          </a:xfrm>
          <a:prstGeom prst="roundRect">
            <a:avLst>
              <a:gd name="adj" fmla="val 2025"/>
            </a:avLst>
          </a:prstGeom>
          <a:solidFill>
            <a:srgbClr val="1B2A3D"/>
          </a:solidFill>
          <a:ln w="12700">
            <a:solidFill>
              <a:srgbClr val="3D3520"/>
            </a:solidFill>
            <a:prstDash val="solid"/>
          </a:ln>
        </p:spPr>
        <p:txBody>
          <a:bodyPr/>
          <a:lstStyle/>
          <a:p>
            <a:endParaRPr lang="en-US"/>
          </a:p>
        </p:txBody>
      </p:sp>
      <p:sp>
        <p:nvSpPr>
          <p:cNvPr id="10" name="Text 8">
            <a:extLst>
              <a:ext uri="{FF2B5EF4-FFF2-40B4-BE49-F238E27FC236}">
                <a16:creationId xmlns:a16="http://schemas.microsoft.com/office/drawing/2014/main" id="{2E25EAC1-896A-107A-6FBB-395B69C3946D}"/>
              </a:ext>
            </a:extLst>
          </p:cNvPr>
          <p:cNvSpPr/>
          <p:nvPr/>
        </p:nvSpPr>
        <p:spPr>
          <a:xfrm>
            <a:off x="9429687" y="1152144"/>
            <a:ext cx="1751202" cy="201168"/>
          </a:xfrm>
          <a:prstGeom prst="rect">
            <a:avLst/>
          </a:prstGeom>
          <a:noFill/>
          <a:ln/>
        </p:spPr>
        <p:txBody>
          <a:bodyPr wrap="square" lIns="0" tIns="0" rIns="0" bIns="0" rtlCol="0" anchor="ctr"/>
          <a:lstStyle/>
          <a:p>
            <a:pPr marL="0" indent="0">
              <a:buNone/>
            </a:pPr>
            <a:r>
              <a:rPr lang="en-US" sz="1400">
                <a:solidFill>
                  <a:srgbClr val="D4A843"/>
                </a:solidFill>
                <a:latin typeface="Segoe UI Semibold" pitchFamily="34" charset="0"/>
                <a:ea typeface="Segoe UI Semibold" pitchFamily="34" charset="-122"/>
                <a:cs typeface="Segoe UI Semibold" pitchFamily="34" charset="-120"/>
              </a:rPr>
              <a:t>Experience &amp; Action</a:t>
            </a:r>
            <a:endParaRPr lang="en-US" sz="1400" dirty="0"/>
          </a:p>
        </p:txBody>
      </p:sp>
      <p:sp>
        <p:nvSpPr>
          <p:cNvPr id="11" name="Shape 9">
            <a:extLst>
              <a:ext uri="{FF2B5EF4-FFF2-40B4-BE49-F238E27FC236}">
                <a16:creationId xmlns:a16="http://schemas.microsoft.com/office/drawing/2014/main" id="{FD36CE94-BD8C-077A-030A-5DC966B6A769}"/>
              </a:ext>
            </a:extLst>
          </p:cNvPr>
          <p:cNvSpPr/>
          <p:nvPr/>
        </p:nvSpPr>
        <p:spPr>
          <a:xfrm>
            <a:off x="233838" y="4800600"/>
            <a:ext cx="11653362" cy="1783080"/>
          </a:xfrm>
          <a:prstGeom prst="roundRect">
            <a:avLst>
              <a:gd name="adj" fmla="val 4103"/>
            </a:avLst>
          </a:prstGeom>
          <a:solidFill>
            <a:srgbClr val="1B2A3D"/>
          </a:solidFill>
          <a:ln w="12700">
            <a:solidFill>
              <a:srgbClr val="3D3520"/>
            </a:solidFill>
            <a:prstDash val="solid"/>
          </a:ln>
        </p:spPr>
        <p:txBody>
          <a:bodyPr/>
          <a:lstStyle/>
          <a:p>
            <a:endParaRPr lang="en-US"/>
          </a:p>
        </p:txBody>
      </p:sp>
      <p:sp>
        <p:nvSpPr>
          <p:cNvPr id="12" name="Text 10">
            <a:extLst>
              <a:ext uri="{FF2B5EF4-FFF2-40B4-BE49-F238E27FC236}">
                <a16:creationId xmlns:a16="http://schemas.microsoft.com/office/drawing/2014/main" id="{0F2DF033-0903-E0FA-D73E-156F19E9CEA8}"/>
              </a:ext>
            </a:extLst>
          </p:cNvPr>
          <p:cNvSpPr/>
          <p:nvPr/>
        </p:nvSpPr>
        <p:spPr>
          <a:xfrm>
            <a:off x="502920" y="4967240"/>
            <a:ext cx="11201400" cy="201168"/>
          </a:xfrm>
          <a:prstGeom prst="rect">
            <a:avLst/>
          </a:prstGeom>
          <a:noFill/>
          <a:ln/>
        </p:spPr>
        <p:txBody>
          <a:bodyPr wrap="square" lIns="0" tIns="0" rIns="0" bIns="0" rtlCol="0" anchor="ctr"/>
          <a:lstStyle/>
          <a:p>
            <a:pPr marL="0" indent="0">
              <a:buNone/>
            </a:pPr>
            <a:r>
              <a:rPr lang="en-US" sz="1400">
                <a:solidFill>
                  <a:srgbClr val="B8923A"/>
                </a:solidFill>
                <a:latin typeface="Segoe UI Semibold" pitchFamily="34" charset="0"/>
                <a:ea typeface="Segoe UI Semibold" pitchFamily="34" charset="-122"/>
                <a:cs typeface="Segoe UI Semibold" pitchFamily="34" charset="-120"/>
              </a:rPr>
              <a:t>Identity, Secrets, and Platform Controls</a:t>
            </a:r>
            <a:endParaRPr lang="en-US" sz="1400" dirty="0"/>
          </a:p>
        </p:txBody>
      </p:sp>
      <p:grpSp>
        <p:nvGrpSpPr>
          <p:cNvPr id="98" name="Group 97">
            <a:extLst>
              <a:ext uri="{FF2B5EF4-FFF2-40B4-BE49-F238E27FC236}">
                <a16:creationId xmlns:a16="http://schemas.microsoft.com/office/drawing/2014/main" id="{5E02D08C-DAC9-BAF7-C003-D21A1EDCA82E}"/>
              </a:ext>
            </a:extLst>
          </p:cNvPr>
          <p:cNvGrpSpPr/>
          <p:nvPr/>
        </p:nvGrpSpPr>
        <p:grpSpPr>
          <a:xfrm>
            <a:off x="3181921" y="1307635"/>
            <a:ext cx="2286000" cy="790956"/>
            <a:chOff x="530352" y="1481328"/>
            <a:chExt cx="2286000" cy="790956"/>
          </a:xfrm>
        </p:grpSpPr>
        <p:sp>
          <p:nvSpPr>
            <p:cNvPr id="13" name="Shape 11">
              <a:extLst>
                <a:ext uri="{FF2B5EF4-FFF2-40B4-BE49-F238E27FC236}">
                  <a16:creationId xmlns:a16="http://schemas.microsoft.com/office/drawing/2014/main" id="{242FA6E3-C65E-9601-77E1-B7F2FB23C4B3}"/>
                </a:ext>
              </a:extLst>
            </p:cNvPr>
            <p:cNvSpPr/>
            <p:nvPr/>
          </p:nvSpPr>
          <p:spPr>
            <a:xfrm>
              <a:off x="530352" y="1481328"/>
              <a:ext cx="2286000" cy="79095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4" name="Azure Function Icon" descr="Azure Functions icon">
              <a:extLst>
                <a:ext uri="{FF2B5EF4-FFF2-40B4-BE49-F238E27FC236}">
                  <a16:creationId xmlns:a16="http://schemas.microsoft.com/office/drawing/2014/main" id="{FF43474A-6583-15FE-CB77-BCC186B209DA}"/>
                </a:ext>
              </a:extLst>
            </p:cNvPr>
            <p:cNvPicPr>
              <a:picLocks noChangeAspect="1"/>
            </p:cNvPicPr>
            <p:nvPr/>
          </p:nvPicPr>
          <p:blipFill>
            <a:blip r:embed="rId3"/>
            <a:stretch>
              <a:fillRect/>
            </a:stretch>
          </p:blipFill>
          <p:spPr>
            <a:xfrm>
              <a:off x="624132" y="1563624"/>
              <a:ext cx="233064" cy="274320"/>
            </a:xfrm>
            <a:prstGeom prst="rect">
              <a:avLst/>
            </a:prstGeom>
          </p:spPr>
        </p:pic>
        <p:sp>
          <p:nvSpPr>
            <p:cNvPr id="15" name="Text 12">
              <a:extLst>
                <a:ext uri="{FF2B5EF4-FFF2-40B4-BE49-F238E27FC236}">
                  <a16:creationId xmlns:a16="http://schemas.microsoft.com/office/drawing/2014/main" id="{20AECCC9-E2D1-765E-57EF-BDB100574727}"/>
                </a:ext>
              </a:extLst>
            </p:cNvPr>
            <p:cNvSpPr/>
            <p:nvPr/>
          </p:nvSpPr>
          <p:spPr>
            <a:xfrm>
              <a:off x="923544" y="155448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Mailbox to Queue</a:t>
              </a:r>
              <a:endParaRPr lang="en-US" sz="1200"/>
            </a:p>
          </p:txBody>
        </p:sp>
        <p:sp>
          <p:nvSpPr>
            <p:cNvPr id="16" name="Text 13">
              <a:extLst>
                <a:ext uri="{FF2B5EF4-FFF2-40B4-BE49-F238E27FC236}">
                  <a16:creationId xmlns:a16="http://schemas.microsoft.com/office/drawing/2014/main" id="{AB0327D9-AAB4-A92C-7CE9-83FF3440BD16}"/>
                </a:ext>
              </a:extLst>
            </p:cNvPr>
            <p:cNvSpPr/>
            <p:nvPr/>
          </p:nvSpPr>
          <p:spPr>
            <a:xfrm>
              <a:off x="923544" y="1737360"/>
              <a:ext cx="1828800" cy="461772"/>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Poll mailbox for new emails</a:t>
              </a:r>
            </a:p>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Publish new msg ids in Service Bus</a:t>
              </a:r>
            </a:p>
          </p:txBody>
        </p:sp>
      </p:grpSp>
      <p:grpSp>
        <p:nvGrpSpPr>
          <p:cNvPr id="99" name="Group 98">
            <a:extLst>
              <a:ext uri="{FF2B5EF4-FFF2-40B4-BE49-F238E27FC236}">
                <a16:creationId xmlns:a16="http://schemas.microsoft.com/office/drawing/2014/main" id="{1211F9B6-FE63-6A60-6E13-D6F907794E98}"/>
              </a:ext>
            </a:extLst>
          </p:cNvPr>
          <p:cNvGrpSpPr/>
          <p:nvPr/>
        </p:nvGrpSpPr>
        <p:grpSpPr>
          <a:xfrm>
            <a:off x="3208909" y="2313432"/>
            <a:ext cx="2286000" cy="737386"/>
            <a:chOff x="530352" y="2350008"/>
            <a:chExt cx="2286000" cy="737386"/>
          </a:xfrm>
        </p:grpSpPr>
        <p:sp>
          <p:nvSpPr>
            <p:cNvPr id="17" name="Shape 14">
              <a:extLst>
                <a:ext uri="{FF2B5EF4-FFF2-40B4-BE49-F238E27FC236}">
                  <a16:creationId xmlns:a16="http://schemas.microsoft.com/office/drawing/2014/main" id="{6AAA9C29-AC4B-FFB1-6F9D-954214B4502E}"/>
                </a:ext>
              </a:extLst>
            </p:cNvPr>
            <p:cNvSpPr/>
            <p:nvPr/>
          </p:nvSpPr>
          <p:spPr>
            <a:xfrm>
              <a:off x="530352" y="2350008"/>
              <a:ext cx="2286000" cy="73738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8" name="Azure Function Icon 2" descr="Azure Functions icon">
              <a:extLst>
                <a:ext uri="{FF2B5EF4-FFF2-40B4-BE49-F238E27FC236}">
                  <a16:creationId xmlns:a16="http://schemas.microsoft.com/office/drawing/2014/main" id="{8A44326A-5DB5-AA12-2256-C841B390B503}"/>
                </a:ext>
              </a:extLst>
            </p:cNvPr>
            <p:cNvPicPr>
              <a:picLocks noChangeAspect="1"/>
            </p:cNvPicPr>
            <p:nvPr/>
          </p:nvPicPr>
          <p:blipFill>
            <a:blip r:embed="rId3"/>
            <a:stretch>
              <a:fillRect/>
            </a:stretch>
          </p:blipFill>
          <p:spPr>
            <a:xfrm>
              <a:off x="624132" y="2432304"/>
              <a:ext cx="233064" cy="274320"/>
            </a:xfrm>
            <a:prstGeom prst="rect">
              <a:avLst/>
            </a:prstGeom>
          </p:spPr>
        </p:pic>
        <p:sp>
          <p:nvSpPr>
            <p:cNvPr id="19" name="Text 15">
              <a:extLst>
                <a:ext uri="{FF2B5EF4-FFF2-40B4-BE49-F238E27FC236}">
                  <a16:creationId xmlns:a16="http://schemas.microsoft.com/office/drawing/2014/main" id="{6B99062F-D097-2238-DA22-14E16DA481FA}"/>
                </a:ext>
              </a:extLst>
            </p:cNvPr>
            <p:cNvSpPr/>
            <p:nvPr/>
          </p:nvSpPr>
          <p:spPr>
            <a:xfrm>
              <a:off x="923543" y="2423160"/>
              <a:ext cx="1801813" cy="174287"/>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Queue Orchestration</a:t>
              </a:r>
              <a:endParaRPr lang="en-US" sz="1200"/>
            </a:p>
          </p:txBody>
        </p:sp>
        <p:sp>
          <p:nvSpPr>
            <p:cNvPr id="20" name="Text 16">
              <a:extLst>
                <a:ext uri="{FF2B5EF4-FFF2-40B4-BE49-F238E27FC236}">
                  <a16:creationId xmlns:a16="http://schemas.microsoft.com/office/drawing/2014/main" id="{2933FFAF-53CD-C99B-7230-2FA8AED53664}"/>
                </a:ext>
              </a:extLst>
            </p:cNvPr>
            <p:cNvSpPr/>
            <p:nvPr/>
          </p:nvSpPr>
          <p:spPr>
            <a:xfrm>
              <a:off x="923544" y="260604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Coordinates extraction pipeline</a:t>
              </a:r>
              <a:endParaRPr lang="en-US" sz="1000"/>
            </a:p>
          </p:txBody>
        </p:sp>
      </p:grpSp>
      <p:grpSp>
        <p:nvGrpSpPr>
          <p:cNvPr id="100" name="Group 99">
            <a:extLst>
              <a:ext uri="{FF2B5EF4-FFF2-40B4-BE49-F238E27FC236}">
                <a16:creationId xmlns:a16="http://schemas.microsoft.com/office/drawing/2014/main" id="{8205BCA0-2021-9EFD-FA14-0DD2F10D1371}"/>
              </a:ext>
            </a:extLst>
          </p:cNvPr>
          <p:cNvGrpSpPr/>
          <p:nvPr/>
        </p:nvGrpSpPr>
        <p:grpSpPr>
          <a:xfrm>
            <a:off x="3199892" y="3241927"/>
            <a:ext cx="2286000" cy="749909"/>
            <a:chOff x="530352" y="3218687"/>
            <a:chExt cx="2286000" cy="749909"/>
          </a:xfrm>
        </p:grpSpPr>
        <p:sp>
          <p:nvSpPr>
            <p:cNvPr id="21" name="Shape 17">
              <a:extLst>
                <a:ext uri="{FF2B5EF4-FFF2-40B4-BE49-F238E27FC236}">
                  <a16:creationId xmlns:a16="http://schemas.microsoft.com/office/drawing/2014/main" id="{4A2BF2D5-5367-1FF9-6124-22F0628BBAA6}"/>
                </a:ext>
              </a:extLst>
            </p:cNvPr>
            <p:cNvSpPr/>
            <p:nvPr/>
          </p:nvSpPr>
          <p:spPr>
            <a:xfrm>
              <a:off x="530352" y="3218687"/>
              <a:ext cx="2286000" cy="749909"/>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22" name="Azure Function Icon 3" descr="Azure Functions icon">
              <a:extLst>
                <a:ext uri="{FF2B5EF4-FFF2-40B4-BE49-F238E27FC236}">
                  <a16:creationId xmlns:a16="http://schemas.microsoft.com/office/drawing/2014/main" id="{CF6FF188-1ACA-61D7-E06D-F4E008C621C7}"/>
                </a:ext>
              </a:extLst>
            </p:cNvPr>
            <p:cNvPicPr>
              <a:picLocks noChangeAspect="1"/>
            </p:cNvPicPr>
            <p:nvPr/>
          </p:nvPicPr>
          <p:blipFill>
            <a:blip r:embed="rId3"/>
            <a:stretch>
              <a:fillRect/>
            </a:stretch>
          </p:blipFill>
          <p:spPr>
            <a:xfrm>
              <a:off x="624132" y="3300984"/>
              <a:ext cx="233064" cy="274320"/>
            </a:xfrm>
            <a:prstGeom prst="rect">
              <a:avLst/>
            </a:prstGeom>
          </p:spPr>
        </p:pic>
        <p:sp>
          <p:nvSpPr>
            <p:cNvPr id="23" name="Text 18">
              <a:extLst>
                <a:ext uri="{FF2B5EF4-FFF2-40B4-BE49-F238E27FC236}">
                  <a16:creationId xmlns:a16="http://schemas.microsoft.com/office/drawing/2014/main" id="{B9107A74-C8BB-2070-A386-ED7A494BA9E9}"/>
                </a:ext>
              </a:extLst>
            </p:cNvPr>
            <p:cNvSpPr/>
            <p:nvPr/>
          </p:nvSpPr>
          <p:spPr>
            <a:xfrm>
              <a:off x="923544" y="329184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CU Queue to DB</a:t>
              </a:r>
              <a:endParaRPr lang="en-US" sz="1200"/>
            </a:p>
          </p:txBody>
        </p:sp>
        <p:sp>
          <p:nvSpPr>
            <p:cNvPr id="24" name="Text 19">
              <a:extLst>
                <a:ext uri="{FF2B5EF4-FFF2-40B4-BE49-F238E27FC236}">
                  <a16:creationId xmlns:a16="http://schemas.microsoft.com/office/drawing/2014/main" id="{54C1D6B6-439D-4574-25F2-C82A81731E24}"/>
                </a:ext>
              </a:extLst>
            </p:cNvPr>
            <p:cNvSpPr/>
            <p:nvPr/>
          </p:nvSpPr>
          <p:spPr>
            <a:xfrm>
              <a:off x="923544" y="347472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Read new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Persists CU analysis output</a:t>
              </a:r>
              <a:endParaRPr lang="en-US" sz="700"/>
            </a:p>
          </p:txBody>
        </p:sp>
      </p:grpSp>
      <p:grpSp>
        <p:nvGrpSpPr>
          <p:cNvPr id="95" name="Group 94">
            <a:extLst>
              <a:ext uri="{FF2B5EF4-FFF2-40B4-BE49-F238E27FC236}">
                <a16:creationId xmlns:a16="http://schemas.microsoft.com/office/drawing/2014/main" id="{1D4B5C73-8668-5B43-E2CB-44851D8BABEC}"/>
              </a:ext>
            </a:extLst>
          </p:cNvPr>
          <p:cNvGrpSpPr/>
          <p:nvPr/>
        </p:nvGrpSpPr>
        <p:grpSpPr>
          <a:xfrm>
            <a:off x="6440943" y="2289232"/>
            <a:ext cx="2525653" cy="621241"/>
            <a:chOff x="3611880" y="2350007"/>
            <a:chExt cx="2760597" cy="621241"/>
          </a:xfrm>
        </p:grpSpPr>
        <p:sp>
          <p:nvSpPr>
            <p:cNvPr id="29" name="Shape 23">
              <a:extLst>
                <a:ext uri="{FF2B5EF4-FFF2-40B4-BE49-F238E27FC236}">
                  <a16:creationId xmlns:a16="http://schemas.microsoft.com/office/drawing/2014/main" id="{E261F94B-31D2-9A90-2276-1BFCD6E38BEE}"/>
                </a:ext>
              </a:extLst>
            </p:cNvPr>
            <p:cNvSpPr/>
            <p:nvPr/>
          </p:nvSpPr>
          <p:spPr>
            <a:xfrm>
              <a:off x="3611880" y="2350007"/>
              <a:ext cx="2760597" cy="621241"/>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0" name="Image 4" descr="C:\Users\tibarar\OneDrive - Microsoft\Desktop\MyProjects\extract-insight-action\artifacts\ppt-icons\10121-icon-service-Azure-Cosmos-DB.svg">
              <a:extLst>
                <a:ext uri="{FF2B5EF4-FFF2-40B4-BE49-F238E27FC236}">
                  <a16:creationId xmlns:a16="http://schemas.microsoft.com/office/drawing/2014/main" id="{83D71A4F-8DF4-B13D-C35C-6FD083AC6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032" y="2432304"/>
              <a:ext cx="274320" cy="274320"/>
            </a:xfrm>
            <a:prstGeom prst="rect">
              <a:avLst/>
            </a:prstGeom>
          </p:spPr>
        </p:pic>
        <p:sp>
          <p:nvSpPr>
            <p:cNvPr id="31" name="Text 24">
              <a:extLst>
                <a:ext uri="{FF2B5EF4-FFF2-40B4-BE49-F238E27FC236}">
                  <a16:creationId xmlns:a16="http://schemas.microsoft.com/office/drawing/2014/main" id="{064263E7-9F5E-76AE-CB5B-5DA530EBCA73}"/>
                </a:ext>
              </a:extLst>
            </p:cNvPr>
            <p:cNvSpPr/>
            <p:nvPr/>
          </p:nvSpPr>
          <p:spPr>
            <a:xfrm>
              <a:off x="4005072" y="242316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Cosmos DB</a:t>
              </a:r>
              <a:endParaRPr lang="en-US" sz="1200"/>
            </a:p>
          </p:txBody>
        </p:sp>
        <p:sp>
          <p:nvSpPr>
            <p:cNvPr id="32" name="Text 25">
              <a:extLst>
                <a:ext uri="{FF2B5EF4-FFF2-40B4-BE49-F238E27FC236}">
                  <a16:creationId xmlns:a16="http://schemas.microsoft.com/office/drawing/2014/main" id="{85C157FB-89D3-7ABB-F5C4-43E4401E6C81}"/>
                </a:ext>
              </a:extLst>
            </p:cNvPr>
            <p:cNvSpPr/>
            <p:nvPr/>
          </p:nvSpPr>
          <p:spPr>
            <a:xfrm>
              <a:off x="4005072" y="2606040"/>
              <a:ext cx="1691640" cy="21945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Email + attachments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insight data store</a:t>
              </a:r>
              <a:endParaRPr lang="en-US" sz="700"/>
            </a:p>
          </p:txBody>
        </p:sp>
      </p:grpSp>
      <p:grpSp>
        <p:nvGrpSpPr>
          <p:cNvPr id="94" name="Group 93">
            <a:extLst>
              <a:ext uri="{FF2B5EF4-FFF2-40B4-BE49-F238E27FC236}">
                <a16:creationId xmlns:a16="http://schemas.microsoft.com/office/drawing/2014/main" id="{F927785D-5D4B-024A-E93D-7EE76692F8C3}"/>
              </a:ext>
            </a:extLst>
          </p:cNvPr>
          <p:cNvGrpSpPr/>
          <p:nvPr/>
        </p:nvGrpSpPr>
        <p:grpSpPr>
          <a:xfrm>
            <a:off x="6440012" y="3749040"/>
            <a:ext cx="2657980" cy="777240"/>
            <a:chOff x="3611881" y="3218688"/>
            <a:chExt cx="2103119" cy="777240"/>
          </a:xfrm>
        </p:grpSpPr>
        <p:sp>
          <p:nvSpPr>
            <p:cNvPr id="33" name="Shape 26">
              <a:extLst>
                <a:ext uri="{FF2B5EF4-FFF2-40B4-BE49-F238E27FC236}">
                  <a16:creationId xmlns:a16="http://schemas.microsoft.com/office/drawing/2014/main" id="{F0BA04D7-D4CA-5EDD-6E51-5EDA96DBBE76}"/>
                </a:ext>
              </a:extLst>
            </p:cNvPr>
            <p:cNvSpPr/>
            <p:nvPr/>
          </p:nvSpPr>
          <p:spPr>
            <a:xfrm>
              <a:off x="3611881" y="3218688"/>
              <a:ext cx="1999154" cy="777240"/>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4" name="Image 5" descr="C:\Users\tibarar\OneDrive - Microsoft\Desktop\MyProjects\extract-insight-action\artifacts\ppt-icons\10086-icon-service-Storage-Accounts.svg">
              <a:extLst>
                <a:ext uri="{FF2B5EF4-FFF2-40B4-BE49-F238E27FC236}">
                  <a16:creationId xmlns:a16="http://schemas.microsoft.com/office/drawing/2014/main" id="{D39407AB-D9E9-E827-D49E-6615A4FE68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5032" y="3300984"/>
              <a:ext cx="274320" cy="274320"/>
            </a:xfrm>
            <a:prstGeom prst="rect">
              <a:avLst/>
            </a:prstGeom>
          </p:spPr>
        </p:pic>
        <p:sp>
          <p:nvSpPr>
            <p:cNvPr id="35" name="Text 27">
              <a:extLst>
                <a:ext uri="{FF2B5EF4-FFF2-40B4-BE49-F238E27FC236}">
                  <a16:creationId xmlns:a16="http://schemas.microsoft.com/office/drawing/2014/main" id="{E3AACD4C-5641-3E6E-49CA-58A2A25CAB30}"/>
                </a:ext>
              </a:extLst>
            </p:cNvPr>
            <p:cNvSpPr/>
            <p:nvPr/>
          </p:nvSpPr>
          <p:spPr>
            <a:xfrm>
              <a:off x="4005072" y="329184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AI Search</a:t>
              </a:r>
              <a:endParaRPr lang="en-US" sz="1200"/>
            </a:p>
          </p:txBody>
        </p:sp>
        <p:sp>
          <p:nvSpPr>
            <p:cNvPr id="36" name="Text 28">
              <a:extLst>
                <a:ext uri="{FF2B5EF4-FFF2-40B4-BE49-F238E27FC236}">
                  <a16:creationId xmlns:a16="http://schemas.microsoft.com/office/drawing/2014/main" id="{11A13CF7-0E59-5BD4-8B4D-A259E2B0FAF2}"/>
                </a:ext>
              </a:extLst>
            </p:cNvPr>
            <p:cNvSpPr/>
            <p:nvPr/>
          </p:nvSpPr>
          <p:spPr>
            <a:xfrm>
              <a:off x="4005072" y="3474720"/>
              <a:ext cx="1565346"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Index emails, attachments</a:t>
              </a:r>
            </a:p>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Control access with metadata</a:t>
              </a:r>
              <a:endParaRPr lang="en-US" sz="70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8899AA"/>
                  </a:solidFill>
                  <a:latin typeface="Segoe UI" panose="020B0502040204020203" pitchFamily="34" charset="0"/>
                  <a:cs typeface="Segoe UI" panose="020B0502040204020203" pitchFamily="34" charset="0"/>
                </a:rPr>
                <a:t>Domain knowledgebase</a:t>
              </a:r>
              <a:endParaRPr lang="en-US" sz="700"/>
            </a:p>
          </p:txBody>
        </p:sp>
      </p:grpSp>
      <p:grpSp>
        <p:nvGrpSpPr>
          <p:cNvPr id="87" name="Group 86">
            <a:extLst>
              <a:ext uri="{FF2B5EF4-FFF2-40B4-BE49-F238E27FC236}">
                <a16:creationId xmlns:a16="http://schemas.microsoft.com/office/drawing/2014/main" id="{05569807-F914-3A0F-8BCE-86B394A60A48}"/>
              </a:ext>
            </a:extLst>
          </p:cNvPr>
          <p:cNvGrpSpPr/>
          <p:nvPr/>
        </p:nvGrpSpPr>
        <p:grpSpPr>
          <a:xfrm>
            <a:off x="6441873" y="1508760"/>
            <a:ext cx="2610685" cy="676656"/>
            <a:chOff x="5833871" y="1920240"/>
            <a:chExt cx="2610685" cy="676656"/>
          </a:xfrm>
        </p:grpSpPr>
        <p:sp>
          <p:nvSpPr>
            <p:cNvPr id="37" name="Shape 29">
              <a:extLst>
                <a:ext uri="{FF2B5EF4-FFF2-40B4-BE49-F238E27FC236}">
                  <a16:creationId xmlns:a16="http://schemas.microsoft.com/office/drawing/2014/main" id="{1C737381-ED17-07C3-794F-A5D0FBB58A03}"/>
                </a:ext>
              </a:extLst>
            </p:cNvPr>
            <p:cNvSpPr/>
            <p:nvPr/>
          </p:nvSpPr>
          <p:spPr>
            <a:xfrm>
              <a:off x="5833871" y="1920240"/>
              <a:ext cx="2524723" cy="676656"/>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38" name="Image 6" descr="C:\Users\tibarar\OneDrive - Microsoft\Desktop\MyProjects\extract-insight-action\artifacts\ppt-icons\10162-icon-service-Cognitive-Services.svg">
              <a:extLst>
                <a:ext uri="{FF2B5EF4-FFF2-40B4-BE49-F238E27FC236}">
                  <a16:creationId xmlns:a16="http://schemas.microsoft.com/office/drawing/2014/main" id="{E8864354-8EF7-12AF-9B6C-B1872AA815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7024" y="2002536"/>
              <a:ext cx="274320" cy="274320"/>
            </a:xfrm>
            <a:prstGeom prst="rect">
              <a:avLst/>
            </a:prstGeom>
          </p:spPr>
        </p:pic>
        <p:sp>
          <p:nvSpPr>
            <p:cNvPr id="39" name="Text 30">
              <a:extLst>
                <a:ext uri="{FF2B5EF4-FFF2-40B4-BE49-F238E27FC236}">
                  <a16:creationId xmlns:a16="http://schemas.microsoft.com/office/drawing/2014/main" id="{FB2B614A-FEFD-D765-D509-3ECF5343554E}"/>
                </a:ext>
              </a:extLst>
            </p:cNvPr>
            <p:cNvSpPr/>
            <p:nvPr/>
          </p:nvSpPr>
          <p:spPr>
            <a:xfrm>
              <a:off x="6227063" y="1993392"/>
              <a:ext cx="2217493" cy="201306"/>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Foundry</a:t>
              </a:r>
              <a:endParaRPr lang="en-US" sz="1200"/>
            </a:p>
          </p:txBody>
        </p:sp>
        <p:sp>
          <p:nvSpPr>
            <p:cNvPr id="40" name="Text 31">
              <a:extLst>
                <a:ext uri="{FF2B5EF4-FFF2-40B4-BE49-F238E27FC236}">
                  <a16:creationId xmlns:a16="http://schemas.microsoft.com/office/drawing/2014/main" id="{AD9CE3E6-BA17-AB74-E2B0-0C39AE2E3F24}"/>
                </a:ext>
              </a:extLst>
            </p:cNvPr>
            <p:cNvSpPr/>
            <p:nvPr/>
          </p:nvSpPr>
          <p:spPr>
            <a:xfrm>
              <a:off x="6227064" y="2176272"/>
              <a:ext cx="2080200" cy="32004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Documents, image, audio, video</a:t>
              </a:r>
            </a:p>
            <a:p>
              <a:pPr marL="171450" indent="-171450">
                <a:buSzPts val="1000"/>
                <a:buFont typeface="Arial" panose="020B0604020202020204" pitchFamily="34" charset="0"/>
                <a:buChar char="•"/>
              </a:pPr>
              <a:r>
                <a:rPr lang="en-US" sz="1000">
                  <a:solidFill>
                    <a:srgbClr val="8899AA"/>
                  </a:solidFill>
                  <a:latin typeface="Segoe UI" pitchFamily="34" charset="0"/>
                  <a:cs typeface="Segoe UI" pitchFamily="34" charset="-120"/>
                </a:rPr>
                <a:t>Agents with models &amp; tools</a:t>
              </a:r>
              <a:endParaRPr lang="en-US" sz="1000"/>
            </a:p>
          </p:txBody>
        </p:sp>
      </p:grpSp>
      <p:grpSp>
        <p:nvGrpSpPr>
          <p:cNvPr id="115" name="Group 114">
            <a:extLst>
              <a:ext uri="{FF2B5EF4-FFF2-40B4-BE49-F238E27FC236}">
                <a16:creationId xmlns:a16="http://schemas.microsoft.com/office/drawing/2014/main" id="{348EC3B7-193E-165B-7C6B-D7BD09052D9D}"/>
              </a:ext>
            </a:extLst>
          </p:cNvPr>
          <p:cNvGrpSpPr/>
          <p:nvPr/>
        </p:nvGrpSpPr>
        <p:grpSpPr>
          <a:xfrm>
            <a:off x="9495688" y="1495046"/>
            <a:ext cx="2168570" cy="914400"/>
            <a:chOff x="8549640" y="1554480"/>
            <a:chExt cx="2168570" cy="914400"/>
          </a:xfrm>
        </p:grpSpPr>
        <p:sp>
          <p:nvSpPr>
            <p:cNvPr id="45" name="Shape 35">
              <a:extLst>
                <a:ext uri="{FF2B5EF4-FFF2-40B4-BE49-F238E27FC236}">
                  <a16:creationId xmlns:a16="http://schemas.microsoft.com/office/drawing/2014/main" id="{40496BD4-9DD5-48D6-1392-2D362E51BC63}"/>
                </a:ext>
              </a:extLst>
            </p:cNvPr>
            <p:cNvSpPr/>
            <p:nvPr/>
          </p:nvSpPr>
          <p:spPr>
            <a:xfrm>
              <a:off x="8549640" y="155448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46" name="Image 8" descr="C:\Users\tibarar\OneDrive - Microsoft\Desktop\MyProjects\extract-insight-action\artifacts\ppt-icons\10035-icon-service-App-Services.svg">
              <a:extLst>
                <a:ext uri="{FF2B5EF4-FFF2-40B4-BE49-F238E27FC236}">
                  <a16:creationId xmlns:a16="http://schemas.microsoft.com/office/drawing/2014/main" id="{FF4CF29B-DE50-7E05-E37A-58C6ECA296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1636776"/>
              <a:ext cx="274320" cy="274320"/>
            </a:xfrm>
            <a:prstGeom prst="rect">
              <a:avLst/>
            </a:prstGeom>
          </p:spPr>
        </p:pic>
        <p:sp>
          <p:nvSpPr>
            <p:cNvPr id="47" name="Text 36">
              <a:extLst>
                <a:ext uri="{FF2B5EF4-FFF2-40B4-BE49-F238E27FC236}">
                  <a16:creationId xmlns:a16="http://schemas.microsoft.com/office/drawing/2014/main" id="{AD49AAD8-705C-36D6-6B9F-C67443643B25}"/>
                </a:ext>
              </a:extLst>
            </p:cNvPr>
            <p:cNvSpPr/>
            <p:nvPr/>
          </p:nvSpPr>
          <p:spPr>
            <a:xfrm>
              <a:off x="8942832" y="1627632"/>
              <a:ext cx="1671684"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Insight UI (Spring Boot)</a:t>
              </a:r>
              <a:endParaRPr lang="en-US" sz="1200"/>
            </a:p>
          </p:txBody>
        </p:sp>
        <p:sp>
          <p:nvSpPr>
            <p:cNvPr id="48" name="Text 37">
              <a:extLst>
                <a:ext uri="{FF2B5EF4-FFF2-40B4-BE49-F238E27FC236}">
                  <a16:creationId xmlns:a16="http://schemas.microsoft.com/office/drawing/2014/main" id="{E8F10419-369F-AEED-C6DE-37C6F307B4D6}"/>
                </a:ext>
              </a:extLst>
            </p:cNvPr>
            <p:cNvSpPr/>
            <p:nvPr/>
          </p:nvSpPr>
          <p:spPr>
            <a:xfrm>
              <a:off x="8942832" y="1875268"/>
              <a:ext cx="1474090" cy="37415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Operational dashboard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User profile controls</a:t>
              </a:r>
            </a:p>
          </p:txBody>
        </p:sp>
      </p:grpSp>
      <p:grpSp>
        <p:nvGrpSpPr>
          <p:cNvPr id="116" name="Group 115">
            <a:extLst>
              <a:ext uri="{FF2B5EF4-FFF2-40B4-BE49-F238E27FC236}">
                <a16:creationId xmlns:a16="http://schemas.microsoft.com/office/drawing/2014/main" id="{693EFA12-9739-4581-2D1F-DBDE2B2A361D}"/>
              </a:ext>
            </a:extLst>
          </p:cNvPr>
          <p:cNvGrpSpPr/>
          <p:nvPr/>
        </p:nvGrpSpPr>
        <p:grpSpPr>
          <a:xfrm>
            <a:off x="9495688" y="2587754"/>
            <a:ext cx="2168570" cy="914400"/>
            <a:chOff x="8549640" y="2651760"/>
            <a:chExt cx="2168570" cy="914400"/>
          </a:xfrm>
        </p:grpSpPr>
        <p:sp>
          <p:nvSpPr>
            <p:cNvPr id="49" name="Shape 38">
              <a:extLst>
                <a:ext uri="{FF2B5EF4-FFF2-40B4-BE49-F238E27FC236}">
                  <a16:creationId xmlns:a16="http://schemas.microsoft.com/office/drawing/2014/main" id="{FFDBEA69-D443-2744-73CE-68F60541C7D5}"/>
                </a:ext>
              </a:extLst>
            </p:cNvPr>
            <p:cNvSpPr/>
            <p:nvPr/>
          </p:nvSpPr>
          <p:spPr>
            <a:xfrm>
              <a:off x="8549640" y="265176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50" name="Image 9" descr="C:\Users\tibarar\OneDrive - Microsoft\Desktop\MyProjects\extract-insight-action\artifacts\ppt-icons\10035-icon-service-App-Services.svg">
              <a:extLst>
                <a:ext uri="{FF2B5EF4-FFF2-40B4-BE49-F238E27FC236}">
                  <a16:creationId xmlns:a16="http://schemas.microsoft.com/office/drawing/2014/main" id="{37AAF946-B154-7E60-C8E6-C8C658A873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2734056"/>
              <a:ext cx="274320" cy="274320"/>
            </a:xfrm>
            <a:prstGeom prst="rect">
              <a:avLst/>
            </a:prstGeom>
          </p:spPr>
        </p:pic>
        <p:sp>
          <p:nvSpPr>
            <p:cNvPr id="51" name="Text 39">
              <a:extLst>
                <a:ext uri="{FF2B5EF4-FFF2-40B4-BE49-F238E27FC236}">
                  <a16:creationId xmlns:a16="http://schemas.microsoft.com/office/drawing/2014/main" id="{8A716C3B-98B4-0542-E1E8-1C88118AD907}"/>
                </a:ext>
              </a:extLst>
            </p:cNvPr>
            <p:cNvSpPr/>
            <p:nvPr/>
          </p:nvSpPr>
          <p:spPr>
            <a:xfrm>
              <a:off x="8942833" y="2724911"/>
              <a:ext cx="1602658" cy="21461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Email Reviewer Agent</a:t>
              </a:r>
              <a:endParaRPr lang="en-US" sz="1200"/>
            </a:p>
          </p:txBody>
        </p:sp>
        <p:sp>
          <p:nvSpPr>
            <p:cNvPr id="52" name="Text 40">
              <a:extLst>
                <a:ext uri="{FF2B5EF4-FFF2-40B4-BE49-F238E27FC236}">
                  <a16:creationId xmlns:a16="http://schemas.microsoft.com/office/drawing/2014/main" id="{372BC616-0F32-AC3F-5616-7F054D472377}"/>
                </a:ext>
              </a:extLst>
            </p:cNvPr>
            <p:cNvSpPr/>
            <p:nvPr/>
          </p:nvSpPr>
          <p:spPr>
            <a:xfrm>
              <a:off x="8942832" y="2960239"/>
              <a:ext cx="1358161" cy="4773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Assisted decisions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Reviews</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Recommendations</a:t>
              </a:r>
              <a:endParaRPr lang="en-US" sz="1000"/>
            </a:p>
          </p:txBody>
        </p:sp>
      </p:grpSp>
      <p:grpSp>
        <p:nvGrpSpPr>
          <p:cNvPr id="114" name="Group 113">
            <a:extLst>
              <a:ext uri="{FF2B5EF4-FFF2-40B4-BE49-F238E27FC236}">
                <a16:creationId xmlns:a16="http://schemas.microsoft.com/office/drawing/2014/main" id="{1BE74412-6EC0-D088-2F3B-1B16A6F93C94}"/>
              </a:ext>
            </a:extLst>
          </p:cNvPr>
          <p:cNvGrpSpPr/>
          <p:nvPr/>
        </p:nvGrpSpPr>
        <p:grpSpPr>
          <a:xfrm>
            <a:off x="9518546" y="3680462"/>
            <a:ext cx="2145712" cy="914400"/>
            <a:chOff x="8572500" y="3739896"/>
            <a:chExt cx="2145713" cy="914400"/>
          </a:xfrm>
        </p:grpSpPr>
        <p:sp>
          <p:nvSpPr>
            <p:cNvPr id="53" name="Shape 41">
              <a:extLst>
                <a:ext uri="{FF2B5EF4-FFF2-40B4-BE49-F238E27FC236}">
                  <a16:creationId xmlns:a16="http://schemas.microsoft.com/office/drawing/2014/main" id="{08188716-3977-C01F-BBC0-ECC6E587A8A4}"/>
                </a:ext>
              </a:extLst>
            </p:cNvPr>
            <p:cNvSpPr/>
            <p:nvPr/>
          </p:nvSpPr>
          <p:spPr>
            <a:xfrm>
              <a:off x="8572500" y="3739896"/>
              <a:ext cx="2145713" cy="914400"/>
            </a:xfrm>
            <a:prstGeom prst="roundRect">
              <a:avLst>
                <a:gd name="adj" fmla="val 7500"/>
              </a:avLst>
            </a:prstGeom>
            <a:solidFill>
              <a:srgbClr val="142132"/>
            </a:solidFill>
            <a:ln w="12700">
              <a:solidFill>
                <a:srgbClr val="2A3F55"/>
              </a:solidFill>
              <a:prstDash val="solid"/>
            </a:ln>
          </p:spPr>
          <p:txBody>
            <a:bodyPr/>
            <a:lstStyle/>
            <a:p>
              <a:endParaRPr lang="en-US"/>
            </a:p>
          </p:txBody>
        </p:sp>
        <p:pic>
          <p:nvPicPr>
            <p:cNvPr id="54" name="Image 10" descr="C:\Users\tibarar\OneDrive - Microsoft\Desktop\MyProjects\extract-insight-action\artifacts\ppt-icons\10836-icon-service-Service-Bus.svg">
              <a:extLst>
                <a:ext uri="{FF2B5EF4-FFF2-40B4-BE49-F238E27FC236}">
                  <a16:creationId xmlns:a16="http://schemas.microsoft.com/office/drawing/2014/main" id="{106C3BC2-65BA-26D6-49F8-C8CA14D840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2792" y="3831336"/>
              <a:ext cx="274320" cy="274320"/>
            </a:xfrm>
            <a:prstGeom prst="rect">
              <a:avLst/>
            </a:prstGeom>
          </p:spPr>
        </p:pic>
        <p:sp>
          <p:nvSpPr>
            <p:cNvPr id="55" name="Text 42">
              <a:extLst>
                <a:ext uri="{FF2B5EF4-FFF2-40B4-BE49-F238E27FC236}">
                  <a16:creationId xmlns:a16="http://schemas.microsoft.com/office/drawing/2014/main" id="{6F59F436-4182-3FF0-8832-173A5DD89970}"/>
                </a:ext>
              </a:extLst>
            </p:cNvPr>
            <p:cNvSpPr/>
            <p:nvPr/>
          </p:nvSpPr>
          <p:spPr>
            <a:xfrm>
              <a:off x="8942831" y="3822191"/>
              <a:ext cx="1592502" cy="21212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Action Execution Layer</a:t>
              </a:r>
              <a:endParaRPr lang="en-US" sz="1200"/>
            </a:p>
          </p:txBody>
        </p:sp>
        <p:sp>
          <p:nvSpPr>
            <p:cNvPr id="56" name="Text 43">
              <a:extLst>
                <a:ext uri="{FF2B5EF4-FFF2-40B4-BE49-F238E27FC236}">
                  <a16:creationId xmlns:a16="http://schemas.microsoft.com/office/drawing/2014/main" id="{692778A8-16C7-5C25-E017-E67CBEAD536F}"/>
                </a:ext>
              </a:extLst>
            </p:cNvPr>
            <p:cNvSpPr/>
            <p:nvPr/>
          </p:nvSpPr>
          <p:spPr>
            <a:xfrm>
              <a:off x="8942835" y="4071032"/>
              <a:ext cx="1602662" cy="46938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Triggers action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Start workflows</a:t>
              </a:r>
            </a:p>
            <a:p>
              <a:pPr marL="171450" indent="-171450">
                <a:buFont typeface="Arial" panose="020B0604020202020204" pitchFamily="34" charset="0"/>
                <a:buChar char="•"/>
              </a:pPr>
              <a:r>
                <a:rPr lang="en-US" sz="1000">
                  <a:solidFill>
                    <a:srgbClr val="8899AA"/>
                  </a:solidFill>
                  <a:latin typeface="Segoe UI" pitchFamily="34" charset="0"/>
                  <a:cs typeface="Segoe UI" pitchFamily="34" charset="-120"/>
                </a:rPr>
                <a:t>Control agent autonomy</a:t>
              </a:r>
              <a:endParaRPr lang="en-US" sz="1000"/>
            </a:p>
          </p:txBody>
        </p:sp>
      </p:grpSp>
      <p:sp>
        <p:nvSpPr>
          <p:cNvPr id="57" name="Shape 44">
            <a:extLst>
              <a:ext uri="{FF2B5EF4-FFF2-40B4-BE49-F238E27FC236}">
                <a16:creationId xmlns:a16="http://schemas.microsoft.com/office/drawing/2014/main" id="{A18B2A75-30E2-F7C0-6BDB-DC27BA29CCB7}"/>
              </a:ext>
            </a:extLst>
          </p:cNvPr>
          <p:cNvSpPr/>
          <p:nvPr/>
        </p:nvSpPr>
        <p:spPr>
          <a:xfrm>
            <a:off x="62185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58" name="Image 11" descr="C:\Users\tibarar\OneDrive - Microsoft\Desktop\MyProjects\extract-insight-action\artifacts\ppt-icons\10222-icon-service-Azure-AD-Domain-Services.svg">
            <a:extLst>
              <a:ext uri="{FF2B5EF4-FFF2-40B4-BE49-F238E27FC236}">
                <a16:creationId xmlns:a16="http://schemas.microsoft.com/office/drawing/2014/main" id="{AB5E2400-E13C-35CB-538D-5B3B1EA49E4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004" y="5417661"/>
            <a:ext cx="274320" cy="274320"/>
          </a:xfrm>
          <a:prstGeom prst="rect">
            <a:avLst/>
          </a:prstGeom>
        </p:spPr>
      </p:pic>
      <p:sp>
        <p:nvSpPr>
          <p:cNvPr id="59" name="Text 45">
            <a:extLst>
              <a:ext uri="{FF2B5EF4-FFF2-40B4-BE49-F238E27FC236}">
                <a16:creationId xmlns:a16="http://schemas.microsoft.com/office/drawing/2014/main" id="{7722FC5E-DF58-4596-2B18-D39A1BC2CE0C}"/>
              </a:ext>
            </a:extLst>
          </p:cNvPr>
          <p:cNvSpPr/>
          <p:nvPr/>
        </p:nvSpPr>
        <p:spPr>
          <a:xfrm>
            <a:off x="1064266" y="5458454"/>
            <a:ext cx="1689765"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Microsoft Entra ID</a:t>
            </a:r>
            <a:endParaRPr lang="en-US" sz="1200" dirty="0"/>
          </a:p>
        </p:txBody>
      </p:sp>
      <p:sp>
        <p:nvSpPr>
          <p:cNvPr id="60" name="Text 46">
            <a:extLst>
              <a:ext uri="{FF2B5EF4-FFF2-40B4-BE49-F238E27FC236}">
                <a16:creationId xmlns:a16="http://schemas.microsoft.com/office/drawing/2014/main" id="{EB5A1618-BAA5-5AFA-E1FB-21962AA19BAD}"/>
              </a:ext>
            </a:extLst>
          </p:cNvPr>
          <p:cNvSpPr/>
          <p:nvPr/>
        </p:nvSpPr>
        <p:spPr>
          <a:xfrm>
            <a:off x="790428"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OIDC login, role claims, Graph delegated auth</a:t>
            </a:r>
            <a:endParaRPr lang="en-US" sz="1000" dirty="0"/>
          </a:p>
        </p:txBody>
      </p:sp>
      <p:sp>
        <p:nvSpPr>
          <p:cNvPr id="61" name="Shape 47">
            <a:extLst>
              <a:ext uri="{FF2B5EF4-FFF2-40B4-BE49-F238E27FC236}">
                <a16:creationId xmlns:a16="http://schemas.microsoft.com/office/drawing/2014/main" id="{F66C3685-F088-315D-B4B5-75FDC0A6CDB1}"/>
              </a:ext>
            </a:extLst>
          </p:cNvPr>
          <p:cNvSpPr/>
          <p:nvPr/>
        </p:nvSpPr>
        <p:spPr>
          <a:xfrm>
            <a:off x="341077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2" name="Image 12" descr="C:\Users\tibarar\OneDrive - Microsoft\Desktop\MyProjects\extract-insight-action\artifacts\ppt-icons\10227-icon-service-Managed-Identities.svg">
            <a:extLst>
              <a:ext uri="{FF2B5EF4-FFF2-40B4-BE49-F238E27FC236}">
                <a16:creationId xmlns:a16="http://schemas.microsoft.com/office/drawing/2014/main" id="{DC937D85-C996-134E-66E1-017E5D119BC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83924" y="5417661"/>
            <a:ext cx="274320" cy="274320"/>
          </a:xfrm>
          <a:prstGeom prst="rect">
            <a:avLst/>
          </a:prstGeom>
        </p:spPr>
      </p:pic>
      <p:sp>
        <p:nvSpPr>
          <p:cNvPr id="63" name="Text 48">
            <a:extLst>
              <a:ext uri="{FF2B5EF4-FFF2-40B4-BE49-F238E27FC236}">
                <a16:creationId xmlns:a16="http://schemas.microsoft.com/office/drawing/2014/main" id="{23CD95E9-B584-C27E-66A2-9DD7E18CA7C1}"/>
              </a:ext>
            </a:extLst>
          </p:cNvPr>
          <p:cNvSpPr/>
          <p:nvPr/>
        </p:nvSpPr>
        <p:spPr>
          <a:xfrm>
            <a:off x="3867972" y="5437505"/>
            <a:ext cx="1742752" cy="29637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Managed Identities</a:t>
            </a:r>
            <a:endParaRPr lang="en-US" sz="1200" dirty="0"/>
          </a:p>
        </p:txBody>
      </p:sp>
      <p:sp>
        <p:nvSpPr>
          <p:cNvPr id="64" name="Text 49">
            <a:extLst>
              <a:ext uri="{FF2B5EF4-FFF2-40B4-BE49-F238E27FC236}">
                <a16:creationId xmlns:a16="http://schemas.microsoft.com/office/drawing/2014/main" id="{039FAF47-D07F-EAE8-52B0-EDAA5BE5DA64}"/>
              </a:ext>
            </a:extLst>
          </p:cNvPr>
          <p:cNvSpPr/>
          <p:nvPr/>
        </p:nvSpPr>
        <p:spPr>
          <a:xfrm>
            <a:off x="3574972"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Workload identities for service-to-service access</a:t>
            </a:r>
            <a:endParaRPr lang="en-US" sz="1000" dirty="0"/>
          </a:p>
        </p:txBody>
      </p:sp>
      <p:sp>
        <p:nvSpPr>
          <p:cNvPr id="65" name="Shape 50">
            <a:extLst>
              <a:ext uri="{FF2B5EF4-FFF2-40B4-BE49-F238E27FC236}">
                <a16:creationId xmlns:a16="http://schemas.microsoft.com/office/drawing/2014/main" id="{E1C58D2D-5AEF-C41C-D86C-5E7EE0D560D8}"/>
              </a:ext>
            </a:extLst>
          </p:cNvPr>
          <p:cNvSpPr/>
          <p:nvPr/>
        </p:nvSpPr>
        <p:spPr>
          <a:xfrm>
            <a:off x="619969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6" name="Image 13" descr="C:\Users\tibarar\OneDrive - Microsoft\Desktop\MyProjects\extract-insight-action\artifacts\ppt-icons\10245-icon-service-Key-Vaults.svg">
            <a:extLst>
              <a:ext uri="{FF2B5EF4-FFF2-40B4-BE49-F238E27FC236}">
                <a16:creationId xmlns:a16="http://schemas.microsoft.com/office/drawing/2014/main" id="{7FF3DF82-488D-33B8-587E-BC6544EBF8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2844" y="5417661"/>
            <a:ext cx="274320" cy="274320"/>
          </a:xfrm>
          <a:prstGeom prst="rect">
            <a:avLst/>
          </a:prstGeom>
        </p:spPr>
      </p:pic>
      <p:sp>
        <p:nvSpPr>
          <p:cNvPr id="67" name="Text 51">
            <a:extLst>
              <a:ext uri="{FF2B5EF4-FFF2-40B4-BE49-F238E27FC236}">
                <a16:creationId xmlns:a16="http://schemas.microsoft.com/office/drawing/2014/main" id="{C431D72C-DEC1-199D-44AB-F83B797A6AB5}"/>
              </a:ext>
            </a:extLst>
          </p:cNvPr>
          <p:cNvSpPr/>
          <p:nvPr/>
        </p:nvSpPr>
        <p:spPr>
          <a:xfrm>
            <a:off x="6656892" y="5437506"/>
            <a:ext cx="1813349" cy="29636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Key Vault</a:t>
            </a:r>
            <a:endParaRPr lang="en-US" sz="1200" dirty="0"/>
          </a:p>
        </p:txBody>
      </p:sp>
      <p:sp>
        <p:nvSpPr>
          <p:cNvPr id="68" name="Text 52">
            <a:extLst>
              <a:ext uri="{FF2B5EF4-FFF2-40B4-BE49-F238E27FC236}">
                <a16:creationId xmlns:a16="http://schemas.microsoft.com/office/drawing/2014/main" id="{5438837C-17F7-D4D0-FA77-9E983AA7CCEF}"/>
              </a:ext>
            </a:extLst>
          </p:cNvPr>
          <p:cNvSpPr/>
          <p:nvPr/>
        </p:nvSpPr>
        <p:spPr>
          <a:xfrm>
            <a:off x="6359516"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Secrets, certificates, and rotation controls</a:t>
            </a:r>
            <a:endParaRPr lang="en-US" sz="1000" dirty="0"/>
          </a:p>
        </p:txBody>
      </p:sp>
      <p:sp>
        <p:nvSpPr>
          <p:cNvPr id="69" name="Shape 53">
            <a:extLst>
              <a:ext uri="{FF2B5EF4-FFF2-40B4-BE49-F238E27FC236}">
                <a16:creationId xmlns:a16="http://schemas.microsoft.com/office/drawing/2014/main" id="{16D06C8D-87BA-4B93-5EBB-B1E6A349694A}"/>
              </a:ext>
            </a:extLst>
          </p:cNvPr>
          <p:cNvSpPr/>
          <p:nvPr/>
        </p:nvSpPr>
        <p:spPr>
          <a:xfrm>
            <a:off x="9034332" y="5335365"/>
            <a:ext cx="2514600" cy="1097280"/>
          </a:xfrm>
          <a:prstGeom prst="roundRect">
            <a:avLst>
              <a:gd name="adj" fmla="val 5000"/>
            </a:avLst>
          </a:prstGeom>
          <a:solidFill>
            <a:srgbClr val="142132"/>
          </a:solidFill>
          <a:ln w="12700">
            <a:solidFill>
              <a:srgbClr val="2A3F55"/>
            </a:solidFill>
            <a:prstDash val="solid"/>
          </a:ln>
        </p:spPr>
        <p:txBody>
          <a:bodyPr/>
          <a:lstStyle/>
          <a:p>
            <a:endParaRPr lang="en-US"/>
          </a:p>
        </p:txBody>
      </p:sp>
      <p:sp>
        <p:nvSpPr>
          <p:cNvPr id="70" name="Text 54">
            <a:extLst>
              <a:ext uri="{FF2B5EF4-FFF2-40B4-BE49-F238E27FC236}">
                <a16:creationId xmlns:a16="http://schemas.microsoft.com/office/drawing/2014/main" id="{44BBA12E-0A0B-30DA-E8DE-6F12A33D25FE}"/>
              </a:ext>
            </a:extLst>
          </p:cNvPr>
          <p:cNvSpPr/>
          <p:nvPr/>
        </p:nvSpPr>
        <p:spPr>
          <a:xfrm>
            <a:off x="9166550" y="5458454"/>
            <a:ext cx="1875140"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Governance</a:t>
            </a:r>
            <a:endParaRPr lang="en-US" sz="1200" dirty="0"/>
          </a:p>
        </p:txBody>
      </p:sp>
      <p:sp>
        <p:nvSpPr>
          <p:cNvPr id="71" name="Text 55">
            <a:extLst>
              <a:ext uri="{FF2B5EF4-FFF2-40B4-BE49-F238E27FC236}">
                <a16:creationId xmlns:a16="http://schemas.microsoft.com/office/drawing/2014/main" id="{C4A8CC22-FC3D-5FA5-B3BA-99F1F318A67D}"/>
              </a:ext>
            </a:extLst>
          </p:cNvPr>
          <p:cNvSpPr/>
          <p:nvPr/>
        </p:nvSpPr>
        <p:spPr>
          <a:xfrm>
            <a:off x="9144060" y="5783421"/>
            <a:ext cx="2286000" cy="49951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Least privilege</a:t>
            </a:r>
            <a:endParaRPr lang="en-US" sz="10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Custom role: EIAUserProfileEditor</a:t>
            </a:r>
            <a:endParaRPr lang="en-US" sz="7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Operational scripts and runbooks</a:t>
            </a:r>
            <a:endParaRPr lang="en-US" sz="700" dirty="0"/>
          </a:p>
        </p:txBody>
      </p:sp>
      <p:sp>
        <p:nvSpPr>
          <p:cNvPr id="72" name="Shape 56">
            <a:extLst>
              <a:ext uri="{FF2B5EF4-FFF2-40B4-BE49-F238E27FC236}">
                <a16:creationId xmlns:a16="http://schemas.microsoft.com/office/drawing/2014/main" id="{AB57D6DA-EA96-530E-87D4-CE592A253DC4}"/>
              </a:ext>
            </a:extLst>
          </p:cNvPr>
          <p:cNvSpPr/>
          <p:nvPr/>
        </p:nvSpPr>
        <p:spPr>
          <a:xfrm>
            <a:off x="5959800" y="1981462"/>
            <a:ext cx="320040" cy="109728"/>
          </a:xfrm>
          <a:prstGeom prst="chevron">
            <a:avLst/>
          </a:prstGeom>
          <a:solidFill>
            <a:srgbClr val="B8923A"/>
          </a:solidFill>
          <a:ln w="6350">
            <a:solidFill>
              <a:srgbClr val="B8923A"/>
            </a:solidFill>
            <a:prstDash val="solid"/>
          </a:ln>
        </p:spPr>
        <p:txBody>
          <a:bodyPr/>
          <a:lstStyle/>
          <a:p>
            <a:endParaRPr lang="en-US"/>
          </a:p>
        </p:txBody>
      </p:sp>
      <p:sp>
        <p:nvSpPr>
          <p:cNvPr id="73" name="Shape 57">
            <a:extLst>
              <a:ext uri="{FF2B5EF4-FFF2-40B4-BE49-F238E27FC236}">
                <a16:creationId xmlns:a16="http://schemas.microsoft.com/office/drawing/2014/main" id="{681B112E-0756-6603-A94B-2C90F6A8DC2B}"/>
              </a:ext>
            </a:extLst>
          </p:cNvPr>
          <p:cNvSpPr/>
          <p:nvPr/>
        </p:nvSpPr>
        <p:spPr>
          <a:xfrm>
            <a:off x="5959800" y="2850142"/>
            <a:ext cx="320040" cy="109728"/>
          </a:xfrm>
          <a:prstGeom prst="chevron">
            <a:avLst/>
          </a:prstGeom>
          <a:solidFill>
            <a:srgbClr val="B8923A"/>
          </a:solidFill>
          <a:ln w="6350">
            <a:solidFill>
              <a:srgbClr val="B8923A"/>
            </a:solidFill>
            <a:prstDash val="solid"/>
          </a:ln>
        </p:spPr>
        <p:txBody>
          <a:bodyPr/>
          <a:lstStyle/>
          <a:p>
            <a:endParaRPr lang="en-US"/>
          </a:p>
        </p:txBody>
      </p:sp>
      <p:sp>
        <p:nvSpPr>
          <p:cNvPr id="74" name="Shape 58">
            <a:extLst>
              <a:ext uri="{FF2B5EF4-FFF2-40B4-BE49-F238E27FC236}">
                <a16:creationId xmlns:a16="http://schemas.microsoft.com/office/drawing/2014/main" id="{298FC74E-DD1A-F119-3CD6-ED13E51BBB25}"/>
              </a:ext>
            </a:extLst>
          </p:cNvPr>
          <p:cNvSpPr/>
          <p:nvPr/>
        </p:nvSpPr>
        <p:spPr>
          <a:xfrm>
            <a:off x="5959800" y="3718822"/>
            <a:ext cx="320040" cy="109728"/>
          </a:xfrm>
          <a:prstGeom prst="chevron">
            <a:avLst/>
          </a:prstGeom>
          <a:solidFill>
            <a:srgbClr val="B8923A"/>
          </a:solidFill>
          <a:ln w="6350">
            <a:solidFill>
              <a:srgbClr val="B8923A"/>
            </a:solidFill>
            <a:prstDash val="solid"/>
          </a:ln>
        </p:spPr>
        <p:txBody>
          <a:bodyPr/>
          <a:lstStyle/>
          <a:p>
            <a:endParaRPr lang="en-US"/>
          </a:p>
        </p:txBody>
      </p:sp>
      <p:sp>
        <p:nvSpPr>
          <p:cNvPr id="77" name="Shape 61">
            <a:extLst>
              <a:ext uri="{FF2B5EF4-FFF2-40B4-BE49-F238E27FC236}">
                <a16:creationId xmlns:a16="http://schemas.microsoft.com/office/drawing/2014/main" id="{70CA63AF-B516-86B2-FC6A-333F79ABA234}"/>
              </a:ext>
            </a:extLst>
          </p:cNvPr>
          <p:cNvSpPr/>
          <p:nvPr/>
        </p:nvSpPr>
        <p:spPr>
          <a:xfrm>
            <a:off x="9060697" y="2287010"/>
            <a:ext cx="256032" cy="109728"/>
          </a:xfrm>
          <a:prstGeom prst="chevron">
            <a:avLst/>
          </a:prstGeom>
          <a:solidFill>
            <a:srgbClr val="B8923A"/>
          </a:solidFill>
          <a:ln w="6350">
            <a:solidFill>
              <a:srgbClr val="B8923A"/>
            </a:solidFill>
            <a:prstDash val="solid"/>
          </a:ln>
        </p:spPr>
        <p:txBody>
          <a:bodyPr/>
          <a:lstStyle/>
          <a:p>
            <a:endParaRPr lang="en-US"/>
          </a:p>
        </p:txBody>
      </p:sp>
      <p:sp>
        <p:nvSpPr>
          <p:cNvPr id="78" name="Shape 62">
            <a:extLst>
              <a:ext uri="{FF2B5EF4-FFF2-40B4-BE49-F238E27FC236}">
                <a16:creationId xmlns:a16="http://schemas.microsoft.com/office/drawing/2014/main" id="{64FCF313-E890-A4A5-5F32-69ECAE176C7D}"/>
              </a:ext>
            </a:extLst>
          </p:cNvPr>
          <p:cNvSpPr/>
          <p:nvPr/>
        </p:nvSpPr>
        <p:spPr>
          <a:xfrm>
            <a:off x="9060697" y="3444928"/>
            <a:ext cx="256032" cy="109728"/>
          </a:xfrm>
          <a:prstGeom prst="chevron">
            <a:avLst/>
          </a:prstGeom>
          <a:solidFill>
            <a:srgbClr val="B8923A"/>
          </a:solidFill>
          <a:ln w="6350">
            <a:solidFill>
              <a:srgbClr val="B8923A"/>
            </a:solidFill>
            <a:prstDash val="solid"/>
          </a:ln>
        </p:spPr>
        <p:txBody>
          <a:bodyPr/>
          <a:lstStyle/>
          <a:p>
            <a:endParaRPr lang="en-US"/>
          </a:p>
        </p:txBody>
      </p:sp>
      <p:sp>
        <p:nvSpPr>
          <p:cNvPr id="83" name="Text 67">
            <a:extLst>
              <a:ext uri="{FF2B5EF4-FFF2-40B4-BE49-F238E27FC236}">
                <a16:creationId xmlns:a16="http://schemas.microsoft.com/office/drawing/2014/main" id="{2AB3D2FA-AE74-E052-E9FC-F276A9B2F14D}"/>
              </a:ext>
            </a:extLst>
          </p:cNvPr>
          <p:cNvSpPr/>
          <p:nvPr/>
        </p:nvSpPr>
        <p:spPr>
          <a:xfrm>
            <a:off x="411480" y="6595184"/>
            <a:ext cx="6583680" cy="182880"/>
          </a:xfrm>
          <a:prstGeom prst="rect">
            <a:avLst/>
          </a:prstGeom>
          <a:noFill/>
          <a:ln/>
        </p:spPr>
        <p:txBody>
          <a:bodyPr wrap="square" lIns="0" tIns="0" rIns="0" bIns="0" rtlCol="0" anchor="ctr"/>
          <a:lstStyle/>
          <a:p>
            <a:pPr marL="0" indent="0">
              <a:buNone/>
            </a:pPr>
            <a:r>
              <a:rPr lang="en-US" sz="1000">
                <a:solidFill>
                  <a:srgbClr val="8899AA"/>
                </a:solidFill>
                <a:latin typeface="Segoe UI" pitchFamily="34" charset="0"/>
                <a:ea typeface="Segoe UI" pitchFamily="34" charset="-122"/>
                <a:cs typeface="Segoe UI" pitchFamily="34" charset="-120"/>
              </a:rPr>
              <a:t>Enterprise boundary: Azure Subscription and Resource Group deployment model</a:t>
            </a:r>
            <a:endParaRPr lang="en-US" sz="1000" dirty="0"/>
          </a:p>
        </p:txBody>
      </p:sp>
      <p:grpSp>
        <p:nvGrpSpPr>
          <p:cNvPr id="113" name="Group 112">
            <a:extLst>
              <a:ext uri="{FF2B5EF4-FFF2-40B4-BE49-F238E27FC236}">
                <a16:creationId xmlns:a16="http://schemas.microsoft.com/office/drawing/2014/main" id="{33B5C854-0377-E4B3-1466-C5AD06BDA2C5}"/>
              </a:ext>
            </a:extLst>
          </p:cNvPr>
          <p:cNvGrpSpPr/>
          <p:nvPr/>
        </p:nvGrpSpPr>
        <p:grpSpPr>
          <a:xfrm>
            <a:off x="6442805" y="3014289"/>
            <a:ext cx="2609754" cy="630936"/>
            <a:chOff x="5833872" y="2971799"/>
            <a:chExt cx="2609754" cy="630936"/>
          </a:xfrm>
        </p:grpSpPr>
        <p:grpSp>
          <p:nvGrpSpPr>
            <p:cNvPr id="88" name="Group 87">
              <a:extLst>
                <a:ext uri="{FF2B5EF4-FFF2-40B4-BE49-F238E27FC236}">
                  <a16:creationId xmlns:a16="http://schemas.microsoft.com/office/drawing/2014/main" id="{EFE3E3A7-0425-FA88-06C8-DB4EAC6A2BE7}"/>
                </a:ext>
              </a:extLst>
            </p:cNvPr>
            <p:cNvGrpSpPr/>
            <p:nvPr/>
          </p:nvGrpSpPr>
          <p:grpSpPr>
            <a:xfrm>
              <a:off x="5833872" y="2971799"/>
              <a:ext cx="2609754" cy="630936"/>
              <a:chOff x="5833872" y="2971801"/>
              <a:chExt cx="2609754" cy="799186"/>
            </a:xfrm>
          </p:grpSpPr>
          <p:sp>
            <p:nvSpPr>
              <p:cNvPr id="41" name="Shape 32">
                <a:extLst>
                  <a:ext uri="{FF2B5EF4-FFF2-40B4-BE49-F238E27FC236}">
                    <a16:creationId xmlns:a16="http://schemas.microsoft.com/office/drawing/2014/main" id="{35F2024B-9C13-6AED-0279-81D61E56482C}"/>
                  </a:ext>
                </a:extLst>
              </p:cNvPr>
              <p:cNvSpPr/>
              <p:nvPr/>
            </p:nvSpPr>
            <p:spPr>
              <a:xfrm>
                <a:off x="5833872" y="2971801"/>
                <a:ext cx="2523791" cy="799186"/>
              </a:xfrm>
              <a:prstGeom prst="roundRect">
                <a:avLst>
                  <a:gd name="adj" fmla="val 6316"/>
                </a:avLst>
              </a:prstGeom>
              <a:solidFill>
                <a:srgbClr val="142132"/>
              </a:solidFill>
              <a:ln w="12700">
                <a:solidFill>
                  <a:srgbClr val="2A3F55"/>
                </a:solidFill>
                <a:prstDash val="solid"/>
              </a:ln>
            </p:spPr>
            <p:txBody>
              <a:bodyPr/>
              <a:lstStyle/>
              <a:p>
                <a:endParaRPr lang="en-US"/>
              </a:p>
            </p:txBody>
          </p:sp>
          <p:sp>
            <p:nvSpPr>
              <p:cNvPr id="43" name="Text 33">
                <a:extLst>
                  <a:ext uri="{FF2B5EF4-FFF2-40B4-BE49-F238E27FC236}">
                    <a16:creationId xmlns:a16="http://schemas.microsoft.com/office/drawing/2014/main" id="{1091EC01-22C8-0F59-6C6E-88F8D75F9B88}"/>
                  </a:ext>
                </a:extLst>
              </p:cNvPr>
              <p:cNvSpPr/>
              <p:nvPr/>
            </p:nvSpPr>
            <p:spPr>
              <a:xfrm>
                <a:off x="6227063" y="3044952"/>
                <a:ext cx="2216563" cy="25524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Autonomous processing</a:t>
                </a:r>
                <a:endParaRPr lang="en-US" sz="1200"/>
              </a:p>
            </p:txBody>
          </p:sp>
          <p:sp>
            <p:nvSpPr>
              <p:cNvPr id="44" name="Text 34">
                <a:extLst>
                  <a:ext uri="{FF2B5EF4-FFF2-40B4-BE49-F238E27FC236}">
                    <a16:creationId xmlns:a16="http://schemas.microsoft.com/office/drawing/2014/main" id="{31FE6CAF-9D02-FFE0-FDEB-DB1CFDA7D8C4}"/>
                  </a:ext>
                </a:extLst>
              </p:cNvPr>
              <p:cNvSpPr/>
              <p:nvPr/>
            </p:nvSpPr>
            <p:spPr>
              <a:xfrm>
                <a:off x="6227064" y="3275267"/>
                <a:ext cx="1508760" cy="38099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Agentic workflow</a:t>
                </a:r>
              </a:p>
              <a:p>
                <a:pPr marL="171450" indent="-171450">
                  <a:buFont typeface="Arial" panose="020B0604020202020204" pitchFamily="34" charset="0"/>
                  <a:buChar char="•"/>
                </a:pPr>
                <a:r>
                  <a:rPr lang="en-US" sz="1000">
                    <a:solidFill>
                      <a:srgbClr val="8899AA"/>
                    </a:solidFill>
                    <a:latin typeface="Segoe UI" pitchFamily="34" charset="0"/>
                    <a:cs typeface="Segoe UI" panose="020B0502040204020203" pitchFamily="34" charset="0"/>
                  </a:rPr>
                  <a:t>Background processing</a:t>
                </a:r>
                <a:endParaRPr lang="en-US" sz="700"/>
              </a:p>
            </p:txBody>
          </p:sp>
        </p:grpSp>
        <p:pic>
          <p:nvPicPr>
            <p:cNvPr id="97" name="Foundry AI Icon" descr="Microsoft Foundry AI agent icon">
              <a:extLst>
                <a:ext uri="{FF2B5EF4-FFF2-40B4-BE49-F238E27FC236}">
                  <a16:creationId xmlns:a16="http://schemas.microsoft.com/office/drawing/2014/main" id="{B6A30158-AE7D-F80C-C4E2-E38FC5CDFD43}"/>
                </a:ext>
              </a:extLst>
            </p:cNvPr>
            <p:cNvPicPr>
              <a:picLocks noChangeAspect="1"/>
            </p:cNvPicPr>
            <p:nvPr/>
          </p:nvPicPr>
          <p:blipFill>
            <a:blip r:embed="rId12"/>
            <a:stretch>
              <a:fillRect/>
            </a:stretch>
          </p:blipFill>
          <p:spPr>
            <a:xfrm>
              <a:off x="5919550" y="3035808"/>
              <a:ext cx="236815" cy="274320"/>
            </a:xfrm>
            <a:prstGeom prst="rect">
              <a:avLst/>
            </a:prstGeom>
          </p:spPr>
        </p:pic>
      </p:grpSp>
      <p:grpSp>
        <p:nvGrpSpPr>
          <p:cNvPr id="106" name="Group 105">
            <a:extLst>
              <a:ext uri="{FF2B5EF4-FFF2-40B4-BE49-F238E27FC236}">
                <a16:creationId xmlns:a16="http://schemas.microsoft.com/office/drawing/2014/main" id="{0833D179-A067-90C1-312A-8E56DF1C8C6E}"/>
              </a:ext>
            </a:extLst>
          </p:cNvPr>
          <p:cNvGrpSpPr/>
          <p:nvPr/>
        </p:nvGrpSpPr>
        <p:grpSpPr>
          <a:xfrm>
            <a:off x="497702" y="1504188"/>
            <a:ext cx="1310175" cy="2450929"/>
            <a:chOff x="502920" y="1510856"/>
            <a:chExt cx="1079430" cy="2450925"/>
          </a:xfrm>
        </p:grpSpPr>
        <p:sp>
          <p:nvSpPr>
            <p:cNvPr id="92" name="Shape 26">
              <a:extLst>
                <a:ext uri="{FF2B5EF4-FFF2-40B4-BE49-F238E27FC236}">
                  <a16:creationId xmlns:a16="http://schemas.microsoft.com/office/drawing/2014/main" id="{4A90B66A-CBA3-3840-DC39-0281359031EF}"/>
                </a:ext>
              </a:extLst>
            </p:cNvPr>
            <p:cNvSpPr/>
            <p:nvPr/>
          </p:nvSpPr>
          <p:spPr>
            <a:xfrm>
              <a:off x="502920" y="1510856"/>
              <a:ext cx="1079430" cy="2450925"/>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96" name="Image 5" descr="C:\Users\tibarar\OneDrive - Microsoft\Desktop\MyProjects\extract-insight-action\artifacts\ppt-icons\10086-icon-service-Storage-Accounts.svg">
              <a:extLst>
                <a:ext uri="{FF2B5EF4-FFF2-40B4-BE49-F238E27FC236}">
                  <a16:creationId xmlns:a16="http://schemas.microsoft.com/office/drawing/2014/main" id="{5AAA5114-5261-008A-7059-2C5CA5790C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0936" y="1602784"/>
              <a:ext cx="255059" cy="255059"/>
            </a:xfrm>
            <a:prstGeom prst="rect">
              <a:avLst/>
            </a:prstGeom>
          </p:spPr>
        </p:pic>
        <p:sp>
          <p:nvSpPr>
            <p:cNvPr id="103" name="Text 27">
              <a:extLst>
                <a:ext uri="{FF2B5EF4-FFF2-40B4-BE49-F238E27FC236}">
                  <a16:creationId xmlns:a16="http://schemas.microsoft.com/office/drawing/2014/main" id="{BDE6F27B-8967-45D1-4C6D-32C922B61C21}"/>
                </a:ext>
              </a:extLst>
            </p:cNvPr>
            <p:cNvSpPr/>
            <p:nvPr/>
          </p:nvSpPr>
          <p:spPr>
            <a:xfrm>
              <a:off x="594829" y="1979253"/>
              <a:ext cx="914306"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M365 Mailbox</a:t>
              </a:r>
              <a:endParaRPr lang="en-US" sz="1200"/>
            </a:p>
          </p:txBody>
        </p:sp>
        <p:sp>
          <p:nvSpPr>
            <p:cNvPr id="105" name="Text 28">
              <a:extLst>
                <a:ext uri="{FF2B5EF4-FFF2-40B4-BE49-F238E27FC236}">
                  <a16:creationId xmlns:a16="http://schemas.microsoft.com/office/drawing/2014/main" id="{D25DADC7-649F-9EEB-92F4-663E056BE6DF}"/>
                </a:ext>
              </a:extLst>
            </p:cNvPr>
            <p:cNvSpPr/>
            <p:nvPr/>
          </p:nvSpPr>
          <p:spPr>
            <a:xfrm>
              <a:off x="602830" y="2386395"/>
              <a:ext cx="781513" cy="93725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Hourly large volume of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Access via MS Graph API</a:t>
              </a:r>
              <a:endParaRPr lang="en-US" sz="100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Secured access</a:t>
              </a:r>
              <a:endParaRPr lang="en-US" sz="1000">
                <a:solidFill>
                  <a:srgbClr val="8899AA"/>
                </a:solidFill>
                <a:latin typeface="Segoe UI" pitchFamily="34" charset="0"/>
                <a:ea typeface="Segoe UI" pitchFamily="34" charset="-122"/>
                <a:cs typeface="Segoe UI" pitchFamily="34" charset="-120"/>
              </a:endParaRPr>
            </a:p>
          </p:txBody>
        </p:sp>
      </p:grpSp>
      <p:grpSp>
        <p:nvGrpSpPr>
          <p:cNvPr id="126" name="Group 125">
            <a:extLst>
              <a:ext uri="{FF2B5EF4-FFF2-40B4-BE49-F238E27FC236}">
                <a16:creationId xmlns:a16="http://schemas.microsoft.com/office/drawing/2014/main" id="{FB1CE96C-CBA9-78C1-AADD-ECEC7271536F}"/>
              </a:ext>
            </a:extLst>
          </p:cNvPr>
          <p:cNvGrpSpPr/>
          <p:nvPr/>
        </p:nvGrpSpPr>
        <p:grpSpPr>
          <a:xfrm>
            <a:off x="2107173" y="1820938"/>
            <a:ext cx="825674" cy="1690220"/>
            <a:chOff x="2039156" y="1875802"/>
            <a:chExt cx="688195" cy="1690220"/>
          </a:xfrm>
        </p:grpSpPr>
        <p:grpSp>
          <p:nvGrpSpPr>
            <p:cNvPr id="84" name="Group 83">
              <a:extLst>
                <a:ext uri="{FF2B5EF4-FFF2-40B4-BE49-F238E27FC236}">
                  <a16:creationId xmlns:a16="http://schemas.microsoft.com/office/drawing/2014/main" id="{18DB0CE0-420B-3C61-91B1-0A68A1B36E60}"/>
                </a:ext>
              </a:extLst>
            </p:cNvPr>
            <p:cNvGrpSpPr/>
            <p:nvPr/>
          </p:nvGrpSpPr>
          <p:grpSpPr>
            <a:xfrm rot="16200000">
              <a:off x="1538144" y="2376814"/>
              <a:ext cx="1690220" cy="688195"/>
              <a:chOff x="3611880" y="1481329"/>
              <a:chExt cx="1541692" cy="511429"/>
            </a:xfrm>
          </p:grpSpPr>
          <p:sp>
            <p:nvSpPr>
              <p:cNvPr id="25" name="Shape 20">
                <a:extLst>
                  <a:ext uri="{FF2B5EF4-FFF2-40B4-BE49-F238E27FC236}">
                    <a16:creationId xmlns:a16="http://schemas.microsoft.com/office/drawing/2014/main" id="{38307DE4-7734-25F5-A34B-E29B0DF31E6E}"/>
                  </a:ext>
                </a:extLst>
              </p:cNvPr>
              <p:cNvSpPr/>
              <p:nvPr/>
            </p:nvSpPr>
            <p:spPr>
              <a:xfrm>
                <a:off x="3611880" y="1481329"/>
                <a:ext cx="1541692" cy="511429"/>
              </a:xfrm>
              <a:prstGeom prst="roundRect">
                <a:avLst>
                  <a:gd name="adj" fmla="val 8000"/>
                </a:avLst>
              </a:prstGeom>
              <a:solidFill>
                <a:srgbClr val="142132"/>
              </a:solidFill>
              <a:ln w="12700">
                <a:solidFill>
                  <a:srgbClr val="2A3F55"/>
                </a:solidFill>
                <a:prstDash val="solid"/>
              </a:ln>
            </p:spPr>
            <p:txBody>
              <a:bodyPr/>
              <a:lstStyle/>
              <a:p>
                <a:endParaRPr lang="en-US"/>
              </a:p>
            </p:txBody>
          </p:sp>
          <p:sp>
            <p:nvSpPr>
              <p:cNvPr id="27" name="Text 21">
                <a:extLst>
                  <a:ext uri="{FF2B5EF4-FFF2-40B4-BE49-F238E27FC236}">
                    <a16:creationId xmlns:a16="http://schemas.microsoft.com/office/drawing/2014/main" id="{DA151E7D-16B8-CC5E-9D2D-B92AA2ED5946}"/>
                  </a:ext>
                </a:extLst>
              </p:cNvPr>
              <p:cNvSpPr/>
              <p:nvPr/>
            </p:nvSpPr>
            <p:spPr>
              <a:xfrm>
                <a:off x="3927074" y="1547370"/>
                <a:ext cx="1120581"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Service Bus</a:t>
                </a:r>
                <a:endParaRPr lang="en-US" sz="1200"/>
              </a:p>
            </p:txBody>
          </p:sp>
          <p:sp>
            <p:nvSpPr>
              <p:cNvPr id="28" name="Text 22">
                <a:extLst>
                  <a:ext uri="{FF2B5EF4-FFF2-40B4-BE49-F238E27FC236}">
                    <a16:creationId xmlns:a16="http://schemas.microsoft.com/office/drawing/2014/main" id="{257A4882-A239-F237-FE3C-AEE2615255A8}"/>
                  </a:ext>
                </a:extLst>
              </p:cNvPr>
              <p:cNvSpPr/>
              <p:nvPr/>
            </p:nvSpPr>
            <p:spPr>
              <a:xfrm>
                <a:off x="3940922" y="1750923"/>
                <a:ext cx="1051457" cy="10058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Event transport</a:t>
                </a:r>
                <a:endParaRPr lang="en-US" sz="1000" dirty="0"/>
              </a:p>
            </p:txBody>
          </p:sp>
        </p:grpSp>
        <p:pic>
          <p:nvPicPr>
            <p:cNvPr id="89" name="Picture 88">
              <a:extLst>
                <a:ext uri="{FF2B5EF4-FFF2-40B4-BE49-F238E27FC236}">
                  <a16:creationId xmlns:a16="http://schemas.microsoft.com/office/drawing/2014/main" id="{A0AA1C45-DCC8-1DE1-1C93-8905ABE39E3A}"/>
                </a:ext>
              </a:extLst>
            </p:cNvPr>
            <p:cNvPicPr>
              <a:picLocks noChangeAspect="1"/>
            </p:cNvPicPr>
            <p:nvPr/>
          </p:nvPicPr>
          <p:blipFill>
            <a:blip r:embed="rId13"/>
            <a:srcRect l="15742" t="11476" r="9172"/>
            <a:stretch>
              <a:fillRect/>
            </a:stretch>
          </p:blipFill>
          <p:spPr>
            <a:xfrm rot="16200000">
              <a:off x="2101463" y="3262470"/>
              <a:ext cx="246888" cy="243870"/>
            </a:xfrm>
            <a:prstGeom prst="rect">
              <a:avLst/>
            </a:prstGeom>
          </p:spPr>
        </p:pic>
      </p:grpSp>
      <p:grpSp>
        <p:nvGrpSpPr>
          <p:cNvPr id="138" name="Group 137">
            <a:extLst>
              <a:ext uri="{FF2B5EF4-FFF2-40B4-BE49-F238E27FC236}">
                <a16:creationId xmlns:a16="http://schemas.microsoft.com/office/drawing/2014/main" id="{B4C5B1B9-B291-DA45-369B-0C2658583A70}"/>
              </a:ext>
            </a:extLst>
          </p:cNvPr>
          <p:cNvGrpSpPr/>
          <p:nvPr/>
        </p:nvGrpSpPr>
        <p:grpSpPr>
          <a:xfrm>
            <a:off x="2221211" y="4132524"/>
            <a:ext cx="1771408" cy="453548"/>
            <a:chOff x="2239486" y="4113327"/>
            <a:chExt cx="1771408" cy="453548"/>
          </a:xfrm>
        </p:grpSpPr>
        <p:sp>
          <p:nvSpPr>
            <p:cNvPr id="119" name="Shape 26">
              <a:extLst>
                <a:ext uri="{FF2B5EF4-FFF2-40B4-BE49-F238E27FC236}">
                  <a16:creationId xmlns:a16="http://schemas.microsoft.com/office/drawing/2014/main" id="{0C836152-DEB8-BC53-6651-3AA23EBB34F1}"/>
                </a:ext>
              </a:extLst>
            </p:cNvPr>
            <p:cNvSpPr/>
            <p:nvPr/>
          </p:nvSpPr>
          <p:spPr>
            <a:xfrm>
              <a:off x="2239486" y="4113327"/>
              <a:ext cx="1771408" cy="453548"/>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1" name="Image 5" descr="C:\Users\tibarar\OneDrive - Microsoft\Desktop\MyProjects\extract-insight-action\artifacts\ppt-icons\10086-icon-service-Storage-Accounts.svg">
              <a:extLst>
                <a:ext uri="{FF2B5EF4-FFF2-40B4-BE49-F238E27FC236}">
                  <a16:creationId xmlns:a16="http://schemas.microsoft.com/office/drawing/2014/main" id="{EBAF7FDE-7A07-CFDE-8FE1-689A479AA7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7502" y="4176554"/>
              <a:ext cx="187457" cy="187457"/>
            </a:xfrm>
            <a:prstGeom prst="rect">
              <a:avLst/>
            </a:prstGeom>
          </p:spPr>
        </p:pic>
        <p:sp>
          <p:nvSpPr>
            <p:cNvPr id="122" name="Text 27">
              <a:extLst>
                <a:ext uri="{FF2B5EF4-FFF2-40B4-BE49-F238E27FC236}">
                  <a16:creationId xmlns:a16="http://schemas.microsoft.com/office/drawing/2014/main" id="{1CE701F1-BBB0-3BD8-640C-DB4F5BA01D97}"/>
                </a:ext>
              </a:extLst>
            </p:cNvPr>
            <p:cNvSpPr/>
            <p:nvPr/>
          </p:nvSpPr>
          <p:spPr>
            <a:xfrm>
              <a:off x="2605071" y="4160106"/>
              <a:ext cx="1405823" cy="18553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Blob</a:t>
              </a:r>
              <a:endParaRPr lang="en-US" sz="1200"/>
            </a:p>
          </p:txBody>
        </p:sp>
        <p:sp>
          <p:nvSpPr>
            <p:cNvPr id="123" name="Text 28">
              <a:extLst>
                <a:ext uri="{FF2B5EF4-FFF2-40B4-BE49-F238E27FC236}">
                  <a16:creationId xmlns:a16="http://schemas.microsoft.com/office/drawing/2014/main" id="{02795ED0-3960-384B-7F4F-BCE2F672D76F}"/>
                </a:ext>
              </a:extLst>
            </p:cNvPr>
            <p:cNvSpPr/>
            <p:nvPr/>
          </p:nvSpPr>
          <p:spPr>
            <a:xfrm>
              <a:off x="2605072" y="4347500"/>
              <a:ext cx="1090070" cy="17254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Raw content</a:t>
              </a:r>
            </a:p>
          </p:txBody>
        </p:sp>
      </p:grpSp>
      <p:sp>
        <p:nvSpPr>
          <p:cNvPr id="112" name="Shape 59">
            <a:extLst>
              <a:ext uri="{FF2B5EF4-FFF2-40B4-BE49-F238E27FC236}">
                <a16:creationId xmlns:a16="http://schemas.microsoft.com/office/drawing/2014/main" id="{53F3C587-3EB2-6169-0098-B95F00F1513E}"/>
              </a:ext>
            </a:extLst>
          </p:cNvPr>
          <p:cNvSpPr/>
          <p:nvPr/>
        </p:nvSpPr>
        <p:spPr>
          <a:xfrm flipH="1">
            <a:off x="2893549" y="192032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18" name="Shape 59">
            <a:extLst>
              <a:ext uri="{FF2B5EF4-FFF2-40B4-BE49-F238E27FC236}">
                <a16:creationId xmlns:a16="http://schemas.microsoft.com/office/drawing/2014/main" id="{3715C44C-BBC7-D0F6-3CC6-D663D8D8F457}"/>
              </a:ext>
            </a:extLst>
          </p:cNvPr>
          <p:cNvSpPr/>
          <p:nvPr/>
        </p:nvSpPr>
        <p:spPr>
          <a:xfrm flipH="1">
            <a:off x="2893548" y="263856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0" name="Shape 59">
            <a:extLst>
              <a:ext uri="{FF2B5EF4-FFF2-40B4-BE49-F238E27FC236}">
                <a16:creationId xmlns:a16="http://schemas.microsoft.com/office/drawing/2014/main" id="{B7E26B4B-1B04-4842-4BAB-C51BA5D3A03F}"/>
              </a:ext>
            </a:extLst>
          </p:cNvPr>
          <p:cNvSpPr/>
          <p:nvPr/>
        </p:nvSpPr>
        <p:spPr>
          <a:xfrm rot="10800000" flipH="1">
            <a:off x="2893549" y="2796319"/>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4" name="Shape 59">
            <a:extLst>
              <a:ext uri="{FF2B5EF4-FFF2-40B4-BE49-F238E27FC236}">
                <a16:creationId xmlns:a16="http://schemas.microsoft.com/office/drawing/2014/main" id="{06FFE2C6-BFBE-F2F4-B1C2-F79A13C1B06B}"/>
              </a:ext>
            </a:extLst>
          </p:cNvPr>
          <p:cNvSpPr/>
          <p:nvPr/>
        </p:nvSpPr>
        <p:spPr>
          <a:xfrm rot="10800000" flipH="1">
            <a:off x="2893549" y="3284749"/>
            <a:ext cx="379495" cy="104526"/>
          </a:xfrm>
          <a:prstGeom prst="chevron">
            <a:avLst/>
          </a:prstGeom>
          <a:solidFill>
            <a:srgbClr val="B8923A"/>
          </a:solidFill>
          <a:ln w="6350">
            <a:solidFill>
              <a:srgbClr val="B8923A"/>
            </a:solidFill>
            <a:prstDash val="solid"/>
          </a:ln>
        </p:spPr>
        <p:txBody>
          <a:bodyPr/>
          <a:lstStyle/>
          <a:p>
            <a:endParaRPr lang="en-US" dirty="0"/>
          </a:p>
        </p:txBody>
      </p:sp>
      <p:grpSp>
        <p:nvGrpSpPr>
          <p:cNvPr id="137" name="Group 136">
            <a:extLst>
              <a:ext uri="{FF2B5EF4-FFF2-40B4-BE49-F238E27FC236}">
                <a16:creationId xmlns:a16="http://schemas.microsoft.com/office/drawing/2014/main" id="{86D5C5F4-B1F7-946C-0E45-4E8638B932E5}"/>
              </a:ext>
            </a:extLst>
          </p:cNvPr>
          <p:cNvGrpSpPr/>
          <p:nvPr/>
        </p:nvGrpSpPr>
        <p:grpSpPr>
          <a:xfrm>
            <a:off x="332859" y="4132524"/>
            <a:ext cx="1813560" cy="457603"/>
            <a:chOff x="351133" y="4113327"/>
            <a:chExt cx="1813560" cy="457603"/>
          </a:xfrm>
        </p:grpSpPr>
        <p:sp>
          <p:nvSpPr>
            <p:cNvPr id="128" name="Shape 26">
              <a:extLst>
                <a:ext uri="{FF2B5EF4-FFF2-40B4-BE49-F238E27FC236}">
                  <a16:creationId xmlns:a16="http://schemas.microsoft.com/office/drawing/2014/main" id="{E1FF9994-1275-1BA6-F812-91CBD9C272C8}"/>
                </a:ext>
              </a:extLst>
            </p:cNvPr>
            <p:cNvSpPr/>
            <p:nvPr/>
          </p:nvSpPr>
          <p:spPr>
            <a:xfrm>
              <a:off x="351133" y="4113327"/>
              <a:ext cx="1813560"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9" name="Image 5" descr="C:\Users\tibarar\OneDrive - Microsoft\Desktop\MyProjects\extract-insight-action\artifacts\ppt-icons\10086-icon-service-Storage-Accounts.svg">
              <a:extLst>
                <a:ext uri="{FF2B5EF4-FFF2-40B4-BE49-F238E27FC236}">
                  <a16:creationId xmlns:a16="http://schemas.microsoft.com/office/drawing/2014/main" id="{965C0D30-6A65-958B-03A5-558579DDF6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149" y="4176555"/>
              <a:ext cx="187457" cy="187457"/>
            </a:xfrm>
            <a:prstGeom prst="rect">
              <a:avLst/>
            </a:prstGeom>
          </p:spPr>
        </p:pic>
        <p:sp>
          <p:nvSpPr>
            <p:cNvPr id="130" name="Text 27">
              <a:extLst>
                <a:ext uri="{FF2B5EF4-FFF2-40B4-BE49-F238E27FC236}">
                  <a16:creationId xmlns:a16="http://schemas.microsoft.com/office/drawing/2014/main" id="{0DC0594C-C84D-F72D-AED9-E56E0A7EBC0C}"/>
                </a:ext>
              </a:extLst>
            </p:cNvPr>
            <p:cNvSpPr/>
            <p:nvPr/>
          </p:nvSpPr>
          <p:spPr>
            <a:xfrm>
              <a:off x="716718" y="4160106"/>
              <a:ext cx="1406670" cy="16332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Table</a:t>
              </a:r>
              <a:endParaRPr lang="en-US" sz="1200"/>
            </a:p>
          </p:txBody>
        </p:sp>
        <p:sp>
          <p:nvSpPr>
            <p:cNvPr id="131" name="Text 28">
              <a:extLst>
                <a:ext uri="{FF2B5EF4-FFF2-40B4-BE49-F238E27FC236}">
                  <a16:creationId xmlns:a16="http://schemas.microsoft.com/office/drawing/2014/main" id="{A1FE7BF3-7919-4421-A80E-7700423D3AD4}"/>
                </a:ext>
              </a:extLst>
            </p:cNvPr>
            <p:cNvSpPr/>
            <p:nvPr/>
          </p:nvSpPr>
          <p:spPr>
            <a:xfrm>
              <a:off x="716719" y="4347500"/>
              <a:ext cx="1196052" cy="1424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Conversation ids</a:t>
              </a:r>
              <a:endParaRPr lang="en-US" sz="700">
                <a:solidFill>
                  <a:srgbClr val="8899AA"/>
                </a:solidFill>
                <a:latin typeface="Segoe UI" pitchFamily="34" charset="0"/>
                <a:ea typeface="Segoe UI" pitchFamily="34" charset="-122"/>
                <a:cs typeface="Segoe UI" pitchFamily="34" charset="-120"/>
              </a:endParaRPr>
            </a:p>
          </p:txBody>
        </p:sp>
      </p:grpSp>
      <p:grpSp>
        <p:nvGrpSpPr>
          <p:cNvPr id="139" name="Group 138">
            <a:extLst>
              <a:ext uri="{FF2B5EF4-FFF2-40B4-BE49-F238E27FC236}">
                <a16:creationId xmlns:a16="http://schemas.microsoft.com/office/drawing/2014/main" id="{7F9557EE-701B-8BEB-2708-37E9FD1FF8E5}"/>
              </a:ext>
            </a:extLst>
          </p:cNvPr>
          <p:cNvGrpSpPr/>
          <p:nvPr/>
        </p:nvGrpSpPr>
        <p:grpSpPr>
          <a:xfrm>
            <a:off x="4067412" y="4132524"/>
            <a:ext cx="1903634" cy="457603"/>
            <a:chOff x="4085686" y="4113327"/>
            <a:chExt cx="1903634" cy="457603"/>
          </a:xfrm>
        </p:grpSpPr>
        <p:sp>
          <p:nvSpPr>
            <p:cNvPr id="133" name="Shape 26">
              <a:extLst>
                <a:ext uri="{FF2B5EF4-FFF2-40B4-BE49-F238E27FC236}">
                  <a16:creationId xmlns:a16="http://schemas.microsoft.com/office/drawing/2014/main" id="{479431C7-79BD-658C-E0B5-294561E02860}"/>
                </a:ext>
              </a:extLst>
            </p:cNvPr>
            <p:cNvSpPr/>
            <p:nvPr/>
          </p:nvSpPr>
          <p:spPr>
            <a:xfrm>
              <a:off x="4085686" y="4113327"/>
              <a:ext cx="1903634"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34" name="Image 5" descr="C:\Users\tibarar\OneDrive - Microsoft\Desktop\MyProjects\extract-insight-action\artifacts\ppt-icons\10086-icon-service-Storage-Accounts.svg">
              <a:extLst>
                <a:ext uri="{FF2B5EF4-FFF2-40B4-BE49-F238E27FC236}">
                  <a16:creationId xmlns:a16="http://schemas.microsoft.com/office/drawing/2014/main" id="{CA3524E5-3774-97B4-01DD-F25728C618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53701" y="4179042"/>
              <a:ext cx="187457" cy="187457"/>
            </a:xfrm>
            <a:prstGeom prst="rect">
              <a:avLst/>
            </a:prstGeom>
          </p:spPr>
        </p:pic>
        <p:sp>
          <p:nvSpPr>
            <p:cNvPr id="135" name="Text 27">
              <a:extLst>
                <a:ext uri="{FF2B5EF4-FFF2-40B4-BE49-F238E27FC236}">
                  <a16:creationId xmlns:a16="http://schemas.microsoft.com/office/drawing/2014/main" id="{227A5A9F-3B9B-0FCD-FC1E-5B738DE18CAC}"/>
                </a:ext>
              </a:extLst>
            </p:cNvPr>
            <p:cNvSpPr/>
            <p:nvPr/>
          </p:nvSpPr>
          <p:spPr>
            <a:xfrm>
              <a:off x="4451271" y="4160106"/>
              <a:ext cx="1500768" cy="16652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Queue</a:t>
              </a:r>
              <a:endParaRPr lang="en-US" sz="1200"/>
            </a:p>
          </p:txBody>
        </p:sp>
        <p:sp>
          <p:nvSpPr>
            <p:cNvPr id="136" name="Text 28">
              <a:extLst>
                <a:ext uri="{FF2B5EF4-FFF2-40B4-BE49-F238E27FC236}">
                  <a16:creationId xmlns:a16="http://schemas.microsoft.com/office/drawing/2014/main" id="{4D77666F-8DF8-55DB-7843-A3943C5D9ACD}"/>
                </a:ext>
              </a:extLst>
            </p:cNvPr>
            <p:cNvSpPr/>
            <p:nvPr/>
          </p:nvSpPr>
          <p:spPr>
            <a:xfrm>
              <a:off x="4451271" y="4347500"/>
              <a:ext cx="1057669" cy="189438"/>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States</a:t>
              </a:r>
            </a:p>
          </p:txBody>
        </p:sp>
      </p:grpSp>
      <p:sp>
        <p:nvSpPr>
          <p:cNvPr id="143" name="Shape 59">
            <a:extLst>
              <a:ext uri="{FF2B5EF4-FFF2-40B4-BE49-F238E27FC236}">
                <a16:creationId xmlns:a16="http://schemas.microsoft.com/office/drawing/2014/main" id="{83AC7DB0-9815-D9FB-BD6D-451CB29A7A3B}"/>
              </a:ext>
            </a:extLst>
          </p:cNvPr>
          <p:cNvSpPr/>
          <p:nvPr/>
        </p:nvSpPr>
        <p:spPr>
          <a:xfrm flipH="1">
            <a:off x="1719011" y="1618570"/>
            <a:ext cx="1534982" cy="100584"/>
          </a:xfrm>
          <a:prstGeom prst="chevron">
            <a:avLst/>
          </a:prstGeom>
          <a:solidFill>
            <a:srgbClr val="B8923A"/>
          </a:solidFill>
          <a:ln w="6350">
            <a:solidFill>
              <a:srgbClr val="B8923A"/>
            </a:solidFill>
            <a:prstDash val="solid"/>
          </a:ln>
        </p:spPr>
        <p:txBody>
          <a:bodyPr/>
          <a:lstStyle/>
          <a:p>
            <a:endParaRPr lang="en-US" dirty="0"/>
          </a:p>
        </p:txBody>
      </p:sp>
      <p:sp>
        <p:nvSpPr>
          <p:cNvPr id="145" name="Shape 59">
            <a:extLst>
              <a:ext uri="{FF2B5EF4-FFF2-40B4-BE49-F238E27FC236}">
                <a16:creationId xmlns:a16="http://schemas.microsoft.com/office/drawing/2014/main" id="{6BCDD89C-5F6E-4CAF-83E7-026F6CDB294E}"/>
              </a:ext>
            </a:extLst>
          </p:cNvPr>
          <p:cNvSpPr/>
          <p:nvPr/>
        </p:nvSpPr>
        <p:spPr>
          <a:xfrm flipH="1">
            <a:off x="1708834" y="3770708"/>
            <a:ext cx="1534982" cy="100584"/>
          </a:xfrm>
          <a:prstGeom prst="chevron">
            <a:avLst/>
          </a:prstGeom>
          <a:solidFill>
            <a:srgbClr val="B8923A"/>
          </a:solidFill>
          <a:ln w="6350">
            <a:solidFill>
              <a:srgbClr val="B8923A"/>
            </a:solidFill>
            <a:prstDash val="solid"/>
          </a:ln>
        </p:spPr>
        <p:txBody>
          <a:bodyPr/>
          <a:lstStyle/>
          <a:p>
            <a:endParaRPr lang="en-US" dirty="0"/>
          </a:p>
        </p:txBody>
      </p:sp>
    </p:spTree>
    <p:extLst>
      <p:ext uri="{BB962C8B-B14F-4D97-AF65-F5344CB8AC3E}">
        <p14:creationId xmlns:p14="http://schemas.microsoft.com/office/powerpoint/2010/main" val="420599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Accent Bar">
            <a:extLst>
              <a:ext uri="{C183D7F6-B498-43B3-948B-1728B52AA6E4}">
                <adec:decorative xmlns:adec="http://schemas.microsoft.com/office/drawing/2017/decorative" val="1"/>
              </a:ext>
            </a:extLst>
          </p:cNvPr>
          <p:cNvSpPr/>
          <p:nvPr/>
        </p:nvSpPr>
        <p:spPr>
          <a:xfrm>
            <a:off x="731520" y="457200"/>
            <a:ext cx="914400" cy="32004"/>
          </a:xfrm>
          <a:prstGeom prst="rect">
            <a:avLst/>
          </a:prstGeom>
          <a:solidFill>
            <a:srgbClr val="D4A843"/>
          </a:solidFill>
        </p:spPr>
        <p:txBody>
          <a:bodyPr/>
          <a:lstStyle/>
          <a:p>
            <a:endParaRPr/>
          </a:p>
        </p:txBody>
      </p:sp>
      <p:sp>
        <p:nvSpPr>
          <p:cNvPr id="102" name="Title"/>
          <p:cNvSpPr/>
          <p:nvPr/>
        </p:nvSpPr>
        <p:spPr>
          <a:xfrm>
            <a:off x="731520" y="594360"/>
            <a:ext cx="10728960" cy="548640"/>
          </a:xfrm>
          <a:prstGeom prst="rect">
            <a:avLst/>
          </a:prstGeom>
        </p:spPr>
        <p:txBody>
          <a:bodyPr/>
          <a:lstStyle/>
          <a:p>
            <a:r>
              <a:rPr lang="en-US" sz="3000" b="1" kern="0" spc="300">
                <a:solidFill>
                  <a:srgbClr val="FFFFFF"/>
                </a:solidFill>
              </a:rPr>
              <a:t>Service Limits &amp; Quotas</a:t>
            </a:r>
          </a:p>
        </p:txBody>
      </p:sp>
      <p:sp>
        <p:nvSpPr>
          <p:cNvPr id="103" name="Subtitle"/>
          <p:cNvSpPr/>
          <p:nvPr/>
        </p:nvSpPr>
        <p:spPr>
          <a:xfrm>
            <a:off x="731520" y="1124712"/>
            <a:ext cx="10728960" cy="320040"/>
          </a:xfrm>
          <a:prstGeom prst="rect">
            <a:avLst/>
          </a:prstGeom>
        </p:spPr>
        <p:txBody>
          <a:bodyPr/>
          <a:lstStyle/>
          <a:p>
            <a:r>
              <a:rPr lang="en-US" sz="1400" i="1">
                <a:solidFill>
                  <a:srgbClr val="8899AA"/>
                </a:solidFill>
              </a:rPr>
              <a:t>Rate Limits and Size Constraints</a:t>
            </a:r>
          </a:p>
        </p:txBody>
      </p:sp>
      <p:graphicFrame>
        <p:nvGraphicFramePr>
          <p:cNvPr id="104" name="Service Limits Table" descr="Table comparing API call rate limits, maximum attachment or file size, and maximum message size across Microsoft Graph Mailbox, Azure Content Understanding, and Microsoft 365 Exchange Online Mailbox."/>
          <p:cNvGraphicFramePr>
            <a:graphicFrameLocks noGrp="1"/>
          </p:cNvGraphicFramePr>
          <p:nvPr>
            <p:extLst>
              <p:ext uri="{D42A27DB-BD31-4B8C-83A1-F6EECF244321}">
                <p14:modId xmlns:p14="http://schemas.microsoft.com/office/powerpoint/2010/main" val="397214872"/>
              </p:ext>
            </p:extLst>
          </p:nvPr>
        </p:nvGraphicFramePr>
        <p:xfrm>
          <a:off x="731520" y="1755648"/>
          <a:ext cx="10728960" cy="28000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400000">
                  <a:extLst>
                    <a:ext uri="{9D8B030D-6E8A-4147-A177-3AD203B41FA5}">
                      <a16:colId xmlns:a16="http://schemas.microsoft.com/office/drawing/2014/main" val="20002"/>
                    </a:ext>
                  </a:extLst>
                </a:gridCol>
                <a:gridCol w="2328960">
                  <a:extLst>
                    <a:ext uri="{9D8B030D-6E8A-4147-A177-3AD203B41FA5}">
                      <a16:colId xmlns:a16="http://schemas.microsoft.com/office/drawing/2014/main" val="20003"/>
                    </a:ext>
                  </a:extLst>
                </a:gridCol>
              </a:tblGrid>
              <a:tr h="520000">
                <a:tc>
                  <a:txBody>
                    <a:bodyPr/>
                    <a:lstStyle/>
                    <a:p>
                      <a:r>
                        <a:rPr lang="en-US" sz="1200" b="1">
                          <a:solidFill>
                            <a:srgbClr val="FFFFFF"/>
                          </a:solidFill>
                        </a:rPr>
                        <a:t>Service</a:t>
                      </a:r>
                    </a:p>
                  </a:txBody>
                  <a:tcPr marL="109728" marR="109728" marT="54864" marB="54864" anchor="ctr">
                    <a:solidFill>
                      <a:srgbClr val="E76F51"/>
                    </a:solidFill>
                  </a:tcPr>
                </a:tc>
                <a:tc>
                  <a:txBody>
                    <a:bodyPr/>
                    <a:lstStyle/>
                    <a:p>
                      <a:r>
                        <a:rPr lang="en-US" sz="1200" b="1">
                          <a:solidFill>
                            <a:srgbClr val="FFFFFF"/>
                          </a:solidFill>
                        </a:rPr>
                        <a:t>API Calls / Hour</a:t>
                      </a:r>
                    </a:p>
                  </a:txBody>
                  <a:tcPr marL="109728" marR="109728" marT="54864" marB="54864" anchor="ctr">
                    <a:solidFill>
                      <a:srgbClr val="E76F51"/>
                    </a:solidFill>
                  </a:tcPr>
                </a:tc>
                <a:tc>
                  <a:txBody>
                    <a:bodyPr/>
                    <a:lstStyle/>
                    <a:p>
                      <a:r>
                        <a:rPr lang="en-US" sz="1200" b="1">
                          <a:solidFill>
                            <a:srgbClr val="FFFFFF"/>
                          </a:solidFill>
                        </a:rPr>
                        <a:t>Max Attachment/File Size</a:t>
                      </a:r>
                    </a:p>
                  </a:txBody>
                  <a:tcPr marL="109728" marR="109728" marT="54864" marB="54864" anchor="ctr">
                    <a:solidFill>
                      <a:srgbClr val="E76F51"/>
                    </a:solidFill>
                  </a:tcPr>
                </a:tc>
                <a:tc>
                  <a:txBody>
                    <a:bodyPr/>
                    <a:lstStyle/>
                    <a:p>
                      <a:r>
                        <a:rPr lang="en-US" sz="1200" b="1">
                          <a:solidFill>
                            <a:srgbClr val="FFFFFF"/>
                          </a:solidFill>
                        </a:rPr>
                        <a:t>Max Message Size</a:t>
                      </a:r>
                    </a:p>
                  </a:txBody>
                  <a:tcPr marL="109728" marR="109728" marT="54864" marB="54864" anchor="ctr">
                    <a:solidFill>
                      <a:srgbClr val="E76F51"/>
                    </a:solidFill>
                  </a:tcPr>
                </a:tc>
                <a:extLst>
                  <a:ext uri="{0D108BD9-81ED-4DB2-BD59-A6C34878D82A}">
                    <a16:rowId xmlns:a16="http://schemas.microsoft.com/office/drawing/2014/main" val="10000"/>
                  </a:ext>
                </a:extLst>
              </a:tr>
              <a:tr h="760000">
                <a:tc>
                  <a:txBody>
                    <a:bodyPr/>
                    <a:lstStyle/>
                    <a:p>
                      <a:r>
                        <a:rPr lang="en-US" sz="1100" b="1">
                          <a:solidFill>
                            <a:srgbClr val="E8ECF0"/>
                          </a:solidFill>
                        </a:rPr>
                        <a:t>Microsoft Graph (Mailbox)</a:t>
                      </a:r>
                    </a:p>
                  </a:txBody>
                  <a:tcPr marL="109728" marR="109728" marT="54864" marB="54864" anchor="ctr">
                    <a:solidFill>
                      <a:srgbClr val="1B2A3D"/>
                    </a:solidFill>
                  </a:tcPr>
                </a:tc>
                <a:tc>
                  <a:txBody>
                    <a:bodyPr/>
                    <a:lstStyle/>
                    <a:p>
                      <a:r>
                        <a:rPr lang="en-US" sz="1100" dirty="0">
                          <a:solidFill>
                            <a:srgbClr val="E8ECF0"/>
                          </a:solidFill>
                        </a:rPr>
                        <a:t>~60,000 requests/hour per App + Mailbox </a:t>
                      </a:r>
                      <a:r>
                        <a:rPr lang="en-US" sz="1100" baseline="30000" dirty="0">
                          <a:solidFill>
                            <a:srgbClr val="E8ECF0"/>
                          </a:solidFill>
                        </a:rPr>
                        <a:t>[1]</a:t>
                      </a:r>
                    </a:p>
                  </a:txBody>
                  <a:tcPr marL="109728" marR="109728" marT="54864" marB="54864" anchor="ctr">
                    <a:solidFill>
                      <a:srgbClr val="1B2A3D"/>
                    </a:solidFill>
                  </a:tcPr>
                </a:tc>
                <a:tc>
                  <a:txBody>
                    <a:bodyPr/>
                    <a:lstStyle/>
                    <a:p>
                      <a:r>
                        <a:rPr lang="en-US" sz="1100" dirty="0">
                          <a:solidFill>
                            <a:srgbClr val="E8ECF0"/>
                          </a:solidFill>
                        </a:rPr>
                        <a:t>150 MB </a:t>
                      </a:r>
                      <a:r>
                        <a:rPr lang="en-US" sz="1100" baseline="30000" dirty="0">
                          <a:solidFill>
                            <a:srgbClr val="E8ECF0"/>
                          </a:solidFill>
                        </a:rPr>
                        <a:t>[2]</a:t>
                      </a:r>
                      <a:endParaRPr lang="en-US" sz="1100" dirty="0">
                        <a:solidFill>
                          <a:srgbClr val="E8ECF0"/>
                        </a:solidFill>
                      </a:endParaRPr>
                    </a:p>
                  </a:txBody>
                  <a:tcPr marL="109728" marR="109728" marT="54864" marB="54864" anchor="ctr">
                    <a:solidFill>
                      <a:srgbClr val="1B2A3D"/>
                    </a:solidFill>
                  </a:tcPr>
                </a:tc>
                <a:tc>
                  <a:txBody>
                    <a:bodyPr/>
                    <a:lstStyle/>
                    <a:p>
                      <a:r>
                        <a:rPr lang="en-US" sz="1100">
                          <a:solidFill>
                            <a:srgbClr val="E8ECF0"/>
                          </a:solidFill>
                        </a:rPr>
                        <a:t>Exchange limit applies (150 MB)</a:t>
                      </a:r>
                    </a:p>
                  </a:txBody>
                  <a:tcPr marL="109728" marR="109728" marT="54864" marB="54864" anchor="ctr">
                    <a:solidFill>
                      <a:srgbClr val="1B2A3D"/>
                    </a:solidFill>
                  </a:tcPr>
                </a:tc>
                <a:extLst>
                  <a:ext uri="{0D108BD9-81ED-4DB2-BD59-A6C34878D82A}">
                    <a16:rowId xmlns:a16="http://schemas.microsoft.com/office/drawing/2014/main" val="10001"/>
                  </a:ext>
                </a:extLst>
              </a:tr>
              <a:tr h="760000">
                <a:tc>
                  <a:txBody>
                    <a:bodyPr/>
                    <a:lstStyle/>
                    <a:p>
                      <a:r>
                        <a:rPr lang="en-US" sz="1100" b="1">
                          <a:solidFill>
                            <a:srgbClr val="E8ECF0"/>
                          </a:solidFill>
                        </a:rPr>
                        <a:t>Azure Content Understanding</a:t>
                      </a:r>
                    </a:p>
                  </a:txBody>
                  <a:tcPr marL="109728" marR="109728" marT="54864" marB="54864" anchor="ctr">
                    <a:solidFill>
                      <a:srgbClr val="26384F"/>
                    </a:solidFill>
                  </a:tcPr>
                </a:tc>
                <a:tc>
                  <a:txBody>
                    <a:bodyPr/>
                    <a:lstStyle/>
                    <a:p>
                      <a:r>
                        <a:rPr lang="en-US" sz="1100" dirty="0">
                          <a:solidFill>
                            <a:srgbClr val="E8ECF0"/>
                          </a:solidFill>
                        </a:rPr>
                        <a:t>180,000 operations/hour </a:t>
                      </a:r>
                      <a:r>
                        <a:rPr lang="en-US" sz="1100" strike="noStrike" baseline="30000" dirty="0">
                          <a:solidFill>
                            <a:srgbClr val="E8ECF0"/>
                          </a:solidFill>
                        </a:rPr>
                        <a:t>[3]</a:t>
                      </a:r>
                    </a:p>
                  </a:txBody>
                  <a:tcPr marL="109728" marR="109728" marT="54864" marB="54864" anchor="ctr">
                    <a:solidFill>
                      <a:srgbClr val="26384F"/>
                    </a:solidFill>
                  </a:tcPr>
                </a:tc>
                <a:tc>
                  <a:txBody>
                    <a:bodyPr/>
                    <a:lstStyle/>
                    <a:p>
                      <a:r>
                        <a:rPr lang="en-US" sz="1100" dirty="0">
                          <a:solidFill>
                            <a:srgbClr val="E8ECF0"/>
                          </a:solidFill>
                        </a:rPr>
                        <a:t>200 MB </a:t>
                      </a:r>
                      <a:r>
                        <a:rPr lang="en-US" sz="1100" baseline="30000" dirty="0">
                          <a:solidFill>
                            <a:srgbClr val="E8ECF0"/>
                          </a:solidFill>
                        </a:rPr>
                        <a:t>[4]</a:t>
                      </a:r>
                    </a:p>
                  </a:txBody>
                  <a:tcPr marL="109728" marR="109728" marT="54864" marB="54864" anchor="ctr">
                    <a:solidFill>
                      <a:srgbClr val="26384F"/>
                    </a:solidFill>
                  </a:tcPr>
                </a:tc>
                <a:tc>
                  <a:txBody>
                    <a:bodyPr/>
                    <a:lstStyle/>
                    <a:p>
                      <a:r>
                        <a:rPr lang="en-US" sz="1100">
                          <a:solidFill>
                            <a:srgbClr val="E8ECF0"/>
                          </a:solidFill>
                        </a:rPr>
                        <a:t>N/A</a:t>
                      </a:r>
                    </a:p>
                  </a:txBody>
                  <a:tcPr marL="109728" marR="109728" marT="54864" marB="54864" anchor="ctr">
                    <a:solidFill>
                      <a:srgbClr val="26384F"/>
                    </a:solidFill>
                  </a:tcPr>
                </a:tc>
                <a:extLst>
                  <a:ext uri="{0D108BD9-81ED-4DB2-BD59-A6C34878D82A}">
                    <a16:rowId xmlns:a16="http://schemas.microsoft.com/office/drawing/2014/main" val="10002"/>
                  </a:ext>
                </a:extLst>
              </a:tr>
              <a:tr h="760000">
                <a:tc>
                  <a:txBody>
                    <a:bodyPr/>
                    <a:lstStyle/>
                    <a:p>
                      <a:r>
                        <a:rPr lang="en-US" sz="1100" b="1">
                          <a:solidFill>
                            <a:srgbClr val="E8ECF0"/>
                          </a:solidFill>
                        </a:rPr>
                        <a:t>Microsoft 365 Exchange Online Mailbox</a:t>
                      </a:r>
                    </a:p>
                  </a:txBody>
                  <a:tcPr marL="109728" marR="109728" marT="54864" marB="54864" anchor="ctr">
                    <a:solidFill>
                      <a:srgbClr val="1B2A3D"/>
                    </a:solidFill>
                  </a:tcPr>
                </a:tc>
                <a:tc>
                  <a:txBody>
                    <a:bodyPr/>
                    <a:lstStyle/>
                    <a:p>
                      <a:r>
                        <a:rPr lang="en-US" sz="1100" dirty="0">
                          <a:solidFill>
                            <a:srgbClr val="E8ECF0"/>
                          </a:solidFill>
                        </a:rPr>
                        <a:t>3,600 received emails/hour </a:t>
                      </a:r>
                      <a:r>
                        <a:rPr lang="en-US" sz="1100" baseline="30000" dirty="0">
                          <a:solidFill>
                            <a:srgbClr val="E8ECF0"/>
                          </a:solidFill>
                        </a:rPr>
                        <a:t>[5]</a:t>
                      </a:r>
                    </a:p>
                  </a:txBody>
                  <a:tcPr marL="109728" marR="109728" marT="54864" marB="54864" anchor="ctr">
                    <a:solidFill>
                      <a:srgbClr val="1B2A3D"/>
                    </a:solidFill>
                  </a:tcPr>
                </a:tc>
                <a:tc>
                  <a:txBody>
                    <a:bodyPr/>
                    <a:lstStyle/>
                    <a:p>
                      <a:r>
                        <a:rPr lang="en-US" sz="1100" dirty="0">
                          <a:solidFill>
                            <a:srgbClr val="E8ECF0"/>
                          </a:solidFill>
                        </a:rPr>
                        <a:t>150 MB attachment </a:t>
                      </a:r>
                      <a:r>
                        <a:rPr lang="en-US" sz="1100" baseline="30000" dirty="0">
                          <a:solidFill>
                            <a:srgbClr val="E8ECF0"/>
                          </a:solidFill>
                        </a:rPr>
                        <a:t>[6]</a:t>
                      </a:r>
                    </a:p>
                  </a:txBody>
                  <a:tcPr marL="109728" marR="109728" marT="54864" marB="54864" anchor="ctr">
                    <a:solidFill>
                      <a:srgbClr val="1B2A3D"/>
                    </a:solidFill>
                  </a:tcPr>
                </a:tc>
                <a:tc>
                  <a:txBody>
                    <a:bodyPr/>
                    <a:lstStyle/>
                    <a:p>
                      <a:r>
                        <a:rPr lang="en-US" sz="1100" dirty="0">
                          <a:solidFill>
                            <a:srgbClr val="E8ECF0"/>
                          </a:solidFill>
                        </a:rPr>
                        <a:t>150 MB total message [6]</a:t>
                      </a:r>
                    </a:p>
                  </a:txBody>
                  <a:tcPr marL="109728" marR="109728" marT="54864" marB="54864" anchor="ctr">
                    <a:solidFill>
                      <a:srgbClr val="1B2A3D"/>
                    </a:solidFill>
                  </a:tcPr>
                </a:tc>
                <a:extLst>
                  <a:ext uri="{0D108BD9-81ED-4DB2-BD59-A6C34878D82A}">
                    <a16:rowId xmlns:a16="http://schemas.microsoft.com/office/drawing/2014/main" val="10003"/>
                  </a:ext>
                </a:extLst>
              </a:tr>
            </a:tbl>
          </a:graphicData>
        </a:graphic>
      </p:graphicFrame>
      <p:sp>
        <p:nvSpPr>
          <p:cNvPr id="105" name="Reference 1"/>
          <p:cNvSpPr txBox="1"/>
          <p:nvPr/>
        </p:nvSpPr>
        <p:spPr>
          <a:xfrm>
            <a:off x="731520" y="4709160"/>
            <a:ext cx="10728960" cy="1938992"/>
          </a:xfrm>
          <a:prstGeom prst="rect">
            <a:avLst/>
          </a:prstGeom>
        </p:spPr>
        <p:txBody>
          <a:bodyPr wrap="square" rtlCol="0">
            <a:spAutoFit/>
          </a:bodyPr>
          <a:lstStyle/>
          <a:p>
            <a:pPr marL="171450" indent="-171450">
              <a:buFont typeface="Courier New" panose="02070309020205020404" pitchFamily="49" charset="0"/>
              <a:buChar char="o"/>
            </a:pPr>
            <a:r>
              <a:rPr lang="en-US" sz="1000" dirty="0">
                <a:solidFill>
                  <a:srgbClr val="8899AA"/>
                </a:solidFill>
              </a:rPr>
              <a:t>[1] </a:t>
            </a:r>
            <a:r>
              <a:rPr lang="en-US" sz="1000" dirty="0">
                <a:solidFill>
                  <a:srgbClr val="8899AA"/>
                </a:solidFill>
                <a:hlinkClick r:id="rId4"/>
              </a:rPr>
              <a:t>Outlook Service limit </a:t>
            </a:r>
            <a:r>
              <a:rPr lang="en-US" sz="1000" dirty="0">
                <a:solidFill>
                  <a:srgbClr val="8899AA"/>
                </a:solidFill>
              </a:rPr>
              <a:t>in Microsoft Graph API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[2] Getting an attachment is not technically limited by attachment size, many factors in your infrastructure determines this size. The </a:t>
            </a:r>
            <a:r>
              <a:rPr lang="en-US" sz="1000" dirty="0">
                <a:solidFill>
                  <a:srgbClr val="8899AA"/>
                </a:solidFill>
                <a:hlinkClick r:id="rId5"/>
              </a:rPr>
              <a:t>150 MB is the limit for uploading an attachment to an email in a mailbox, using Graph API</a:t>
            </a:r>
            <a:r>
              <a:rPr lang="en-US" sz="1000" dirty="0">
                <a:solidFill>
                  <a:srgbClr val="8899AA"/>
                </a:solidFill>
              </a:rPr>
              <a:t>. Also check </a:t>
            </a:r>
            <a:r>
              <a:rPr lang="en-US" sz="1000" dirty="0">
                <a:solidFill>
                  <a:srgbClr val="8899AA"/>
                </a:solidFill>
                <a:hlinkClick r:id="rId6"/>
              </a:rPr>
              <a:t>Microsoft 365 message limits</a:t>
            </a:r>
            <a:r>
              <a:rPr lang="en-US" sz="1000" dirty="0">
                <a:solidFill>
                  <a:srgbClr val="8899AA"/>
                </a:solidFill>
              </a:rPr>
              <a:t>.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[3] Max Azure Content Understanding Service </a:t>
            </a:r>
            <a:r>
              <a:rPr lang="en-US" sz="1000" dirty="0">
                <a:solidFill>
                  <a:srgbClr val="8899AA"/>
                </a:solidFill>
                <a:hlinkClick r:id="rId7"/>
              </a:rPr>
              <a:t>operations per hour</a:t>
            </a:r>
            <a:r>
              <a:rPr lang="en-US" sz="1000" dirty="0">
                <a:solidFill>
                  <a:srgbClr val="8899AA"/>
                </a:solidFill>
              </a:rPr>
              <a:t>. You </a:t>
            </a:r>
            <a:r>
              <a:rPr lang="en-US" sz="1000">
                <a:solidFill>
                  <a:srgbClr val="8899AA"/>
                </a:solidFill>
              </a:rPr>
              <a:t>can scale </a:t>
            </a:r>
            <a:r>
              <a:rPr lang="en-US" sz="1000" dirty="0">
                <a:solidFill>
                  <a:srgbClr val="8899AA"/>
                </a:solidFill>
              </a:rPr>
              <a:t>horizontally with multiple instances.</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[4] Different file types (image, audio, video, text) have different size limits. 200 MB is a general estimate. Detailed limits are in the </a:t>
            </a:r>
            <a:r>
              <a:rPr lang="en-US" sz="1000" dirty="0">
                <a:solidFill>
                  <a:srgbClr val="8899AA"/>
                </a:solidFill>
                <a:hlinkClick r:id="rId8"/>
              </a:rPr>
              <a:t>Service limits </a:t>
            </a:r>
            <a:r>
              <a:rPr lang="en-US" sz="1000" dirty="0">
                <a:solidFill>
                  <a:srgbClr val="8899AA"/>
                </a:solidFill>
              </a:rPr>
              <a:t>page.</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[5] M365 Exchange Online </a:t>
            </a:r>
            <a:r>
              <a:rPr lang="en-US" sz="1000" dirty="0">
                <a:solidFill>
                  <a:srgbClr val="8899AA"/>
                </a:solidFill>
                <a:hlinkClick r:id="rId9"/>
              </a:rPr>
              <a:t>email receiving limits </a:t>
            </a:r>
            <a:r>
              <a:rPr lang="en-US" sz="1000" dirty="0">
                <a:solidFill>
                  <a:srgbClr val="8899AA"/>
                </a:solidFill>
              </a:rPr>
              <a:t>for a mailbox.</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[6] File attachment size limit details vary a little based on client/device/OS/encryption etc. Details are </a:t>
            </a:r>
            <a:r>
              <a:rPr lang="en-US" sz="1000" dirty="0">
                <a:solidFill>
                  <a:srgbClr val="8899AA"/>
                </a:solidFill>
                <a:hlinkClick r:id="rId10"/>
              </a:rPr>
              <a:t>here</a:t>
            </a:r>
            <a:r>
              <a:rPr lang="en-US" sz="1000" dirty="0">
                <a:solidFill>
                  <a:srgbClr val="8899AA"/>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1404BFB5-578C-17AD-A8D8-3D1625AF20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30EBF2-87C9-D66E-1AE1-497492F31645}"/>
              </a:ext>
            </a:extLst>
          </p:cNvPr>
          <p:cNvSpPr/>
          <p:nvPr/>
        </p:nvSpPr>
        <p:spPr>
          <a:xfrm>
            <a:off x="0" y="0"/>
            <a:ext cx="12188952" cy="868680"/>
          </a:xfrm>
          <a:prstGeom prst="rect">
            <a:avLst/>
          </a:prstGeom>
          <a:solidFill>
            <a:srgbClr val="0F3A5B"/>
          </a:solidFill>
          <a:ln w="12700">
            <a:solidFill>
              <a:srgbClr val="0F3A5B"/>
            </a:solidFill>
            <a:prstDash val="solid"/>
          </a:ln>
        </p:spPr>
        <p:txBody>
          <a:bodyPr/>
          <a:lstStyle/>
          <a:p>
            <a:endParaRPr lang="en-US"/>
          </a:p>
        </p:txBody>
      </p:sp>
      <p:sp>
        <p:nvSpPr>
          <p:cNvPr id="3" name="Text 1">
            <a:extLst>
              <a:ext uri="{FF2B5EF4-FFF2-40B4-BE49-F238E27FC236}">
                <a16:creationId xmlns:a16="http://schemas.microsoft.com/office/drawing/2014/main" id="{8CCE2F0F-9AE7-9472-36AF-22EFEA6D3BAC}"/>
              </a:ext>
            </a:extLst>
          </p:cNvPr>
          <p:cNvSpPr/>
          <p:nvPr/>
        </p:nvSpPr>
        <p:spPr>
          <a:xfrm>
            <a:off x="411480" y="182880"/>
            <a:ext cx="9692640" cy="365760"/>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Extract-Insight-Action | Enterprise Azure Reference Architecture</a:t>
            </a:r>
            <a:endParaRPr lang="en-US" sz="1700" dirty="0"/>
          </a:p>
        </p:txBody>
      </p:sp>
      <p:sp>
        <p:nvSpPr>
          <p:cNvPr id="4" name="Text 2">
            <a:extLst>
              <a:ext uri="{FF2B5EF4-FFF2-40B4-BE49-F238E27FC236}">
                <a16:creationId xmlns:a16="http://schemas.microsoft.com/office/drawing/2014/main" id="{75B2FAC4-5853-1675-04FA-32B5899D46F1}"/>
              </a:ext>
            </a:extLst>
          </p:cNvPr>
          <p:cNvSpPr/>
          <p:nvPr/>
        </p:nvSpPr>
        <p:spPr>
          <a:xfrm>
            <a:off x="411480" y="512064"/>
            <a:ext cx="8961120" cy="228600"/>
          </a:xfrm>
          <a:prstGeom prst="rect">
            <a:avLst/>
          </a:prstGeom>
          <a:noFill/>
          <a:ln/>
        </p:spPr>
        <p:txBody>
          <a:bodyPr wrap="square" lIns="0" tIns="0" rIns="0" bIns="0" rtlCol="0" anchor="ctr"/>
          <a:lstStyle/>
          <a:p>
            <a:pPr marL="0" indent="0">
              <a:buNone/>
            </a:pPr>
            <a:r>
              <a:rPr lang="en-US" sz="1000" dirty="0">
                <a:solidFill>
                  <a:srgbClr val="D9E6F2"/>
                </a:solidFill>
                <a:latin typeface="Segoe UI" pitchFamily="34" charset="0"/>
                <a:ea typeface="Segoe UI" pitchFamily="34" charset="-122"/>
                <a:cs typeface="Segoe UI" pitchFamily="34" charset="-120"/>
              </a:rPr>
              <a:t>Production topology with identity, messaging, AI enrichment, and review workflows</a:t>
            </a:r>
            <a:endParaRPr lang="en-US" sz="1000" dirty="0"/>
          </a:p>
        </p:txBody>
      </p:sp>
      <p:sp>
        <p:nvSpPr>
          <p:cNvPr id="5" name="Shape 3">
            <a:extLst>
              <a:ext uri="{FF2B5EF4-FFF2-40B4-BE49-F238E27FC236}">
                <a16:creationId xmlns:a16="http://schemas.microsoft.com/office/drawing/2014/main" id="{8195CC4F-968B-7536-8085-17136EB005B6}"/>
              </a:ext>
            </a:extLst>
          </p:cNvPr>
          <p:cNvSpPr/>
          <p:nvPr/>
        </p:nvSpPr>
        <p:spPr>
          <a:xfrm>
            <a:off x="233838" y="1042416"/>
            <a:ext cx="5822487" cy="3666744"/>
          </a:xfrm>
          <a:prstGeom prst="roundRect">
            <a:avLst>
              <a:gd name="adj" fmla="val 2667"/>
            </a:avLst>
          </a:prstGeom>
          <a:solidFill>
            <a:srgbClr val="FFFFFF"/>
          </a:solidFill>
          <a:ln w="12700">
            <a:solidFill>
              <a:srgbClr val="C8D8E8"/>
            </a:solidFill>
            <a:prstDash val="solid"/>
          </a:ln>
        </p:spPr>
        <p:txBody>
          <a:bodyPr/>
          <a:lstStyle/>
          <a:p>
            <a:endParaRPr lang="en-US"/>
          </a:p>
        </p:txBody>
      </p:sp>
      <p:sp>
        <p:nvSpPr>
          <p:cNvPr id="6" name="Text 4">
            <a:extLst>
              <a:ext uri="{FF2B5EF4-FFF2-40B4-BE49-F238E27FC236}">
                <a16:creationId xmlns:a16="http://schemas.microsoft.com/office/drawing/2014/main" id="{F7B47702-6B49-5878-2A6D-A7DAEE0EB73E}"/>
              </a:ext>
            </a:extLst>
          </p:cNvPr>
          <p:cNvSpPr/>
          <p:nvPr/>
        </p:nvSpPr>
        <p:spPr>
          <a:xfrm>
            <a:off x="502920" y="1152144"/>
            <a:ext cx="2377440"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Ingestion &amp; Extraction</a:t>
            </a:r>
            <a:endParaRPr lang="en-US" sz="1400" dirty="0"/>
          </a:p>
        </p:txBody>
      </p:sp>
      <p:sp>
        <p:nvSpPr>
          <p:cNvPr id="7" name="Shape 5">
            <a:extLst>
              <a:ext uri="{FF2B5EF4-FFF2-40B4-BE49-F238E27FC236}">
                <a16:creationId xmlns:a16="http://schemas.microsoft.com/office/drawing/2014/main" id="{5DB12590-B124-4F80-626F-ADA4519CC92B}"/>
              </a:ext>
            </a:extLst>
          </p:cNvPr>
          <p:cNvSpPr/>
          <p:nvPr/>
        </p:nvSpPr>
        <p:spPr>
          <a:xfrm>
            <a:off x="6201999" y="1042416"/>
            <a:ext cx="2960289" cy="3666744"/>
          </a:xfrm>
          <a:prstGeom prst="roundRect">
            <a:avLst>
              <a:gd name="adj" fmla="val 2025"/>
            </a:avLst>
          </a:prstGeom>
          <a:solidFill>
            <a:srgbClr val="FFFFFF"/>
          </a:solidFill>
          <a:ln w="12700">
            <a:solidFill>
              <a:srgbClr val="C8D8E8"/>
            </a:solidFill>
            <a:prstDash val="solid"/>
          </a:ln>
        </p:spPr>
        <p:txBody>
          <a:bodyPr/>
          <a:lstStyle/>
          <a:p>
            <a:endParaRPr lang="en-US"/>
          </a:p>
        </p:txBody>
      </p:sp>
      <p:sp>
        <p:nvSpPr>
          <p:cNvPr id="8" name="Text 6">
            <a:extLst>
              <a:ext uri="{FF2B5EF4-FFF2-40B4-BE49-F238E27FC236}">
                <a16:creationId xmlns:a16="http://schemas.microsoft.com/office/drawing/2014/main" id="{52B55140-7BFB-582E-D94F-772F04D049D6}"/>
              </a:ext>
            </a:extLst>
          </p:cNvPr>
          <p:cNvSpPr/>
          <p:nvPr/>
        </p:nvSpPr>
        <p:spPr>
          <a:xfrm>
            <a:off x="6365500" y="1124712"/>
            <a:ext cx="1978326" cy="256032"/>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Insight Processing</a:t>
            </a:r>
            <a:endParaRPr lang="en-US" sz="1400" dirty="0"/>
          </a:p>
        </p:txBody>
      </p:sp>
      <p:sp>
        <p:nvSpPr>
          <p:cNvPr id="9" name="Shape 7">
            <a:extLst>
              <a:ext uri="{FF2B5EF4-FFF2-40B4-BE49-F238E27FC236}">
                <a16:creationId xmlns:a16="http://schemas.microsoft.com/office/drawing/2014/main" id="{A56F7BF4-F4F6-CAD8-4853-2286D7C4D1AF}"/>
              </a:ext>
            </a:extLst>
          </p:cNvPr>
          <p:cNvSpPr/>
          <p:nvPr/>
        </p:nvSpPr>
        <p:spPr>
          <a:xfrm>
            <a:off x="9298452" y="1042416"/>
            <a:ext cx="2588748" cy="3666744"/>
          </a:xfrm>
          <a:prstGeom prst="roundRect">
            <a:avLst>
              <a:gd name="adj" fmla="val 2025"/>
            </a:avLst>
          </a:prstGeom>
          <a:solidFill>
            <a:srgbClr val="FFFFFF"/>
          </a:solidFill>
          <a:ln w="12700">
            <a:solidFill>
              <a:srgbClr val="C8D8E8"/>
            </a:solidFill>
            <a:prstDash val="solid"/>
          </a:ln>
        </p:spPr>
        <p:txBody>
          <a:bodyPr/>
          <a:lstStyle/>
          <a:p>
            <a:endParaRPr lang="en-US"/>
          </a:p>
        </p:txBody>
      </p:sp>
      <p:sp>
        <p:nvSpPr>
          <p:cNvPr id="10" name="Text 8">
            <a:extLst>
              <a:ext uri="{FF2B5EF4-FFF2-40B4-BE49-F238E27FC236}">
                <a16:creationId xmlns:a16="http://schemas.microsoft.com/office/drawing/2014/main" id="{58A22178-2C75-423C-51CF-FFFAABDACA90}"/>
              </a:ext>
            </a:extLst>
          </p:cNvPr>
          <p:cNvSpPr/>
          <p:nvPr/>
        </p:nvSpPr>
        <p:spPr>
          <a:xfrm>
            <a:off x="9429687" y="1152144"/>
            <a:ext cx="1751202"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Experience &amp; Action</a:t>
            </a:r>
            <a:endParaRPr lang="en-US" sz="1400" dirty="0"/>
          </a:p>
        </p:txBody>
      </p:sp>
      <p:sp>
        <p:nvSpPr>
          <p:cNvPr id="11" name="Shape 9">
            <a:extLst>
              <a:ext uri="{FF2B5EF4-FFF2-40B4-BE49-F238E27FC236}">
                <a16:creationId xmlns:a16="http://schemas.microsoft.com/office/drawing/2014/main" id="{45099B91-1E8A-FE67-2DD5-F4FE2F8A272D}"/>
              </a:ext>
            </a:extLst>
          </p:cNvPr>
          <p:cNvSpPr/>
          <p:nvPr/>
        </p:nvSpPr>
        <p:spPr>
          <a:xfrm>
            <a:off x="233838" y="4800600"/>
            <a:ext cx="11653362" cy="1783080"/>
          </a:xfrm>
          <a:prstGeom prst="roundRect">
            <a:avLst>
              <a:gd name="adj" fmla="val 4103"/>
            </a:avLst>
          </a:prstGeom>
          <a:solidFill>
            <a:srgbClr val="FFFFFF"/>
          </a:solidFill>
          <a:ln w="12700">
            <a:solidFill>
              <a:srgbClr val="C8D8E8"/>
            </a:solidFill>
            <a:prstDash val="solid"/>
          </a:ln>
        </p:spPr>
        <p:txBody>
          <a:bodyPr/>
          <a:lstStyle/>
          <a:p>
            <a:endParaRPr lang="en-US"/>
          </a:p>
        </p:txBody>
      </p:sp>
      <p:sp>
        <p:nvSpPr>
          <p:cNvPr id="12" name="Text 10">
            <a:extLst>
              <a:ext uri="{FF2B5EF4-FFF2-40B4-BE49-F238E27FC236}">
                <a16:creationId xmlns:a16="http://schemas.microsoft.com/office/drawing/2014/main" id="{96FCB0EF-1F7B-9355-9D47-1736CBDD8E5E}"/>
              </a:ext>
            </a:extLst>
          </p:cNvPr>
          <p:cNvSpPr/>
          <p:nvPr/>
        </p:nvSpPr>
        <p:spPr>
          <a:xfrm>
            <a:off x="502920" y="4967240"/>
            <a:ext cx="11201400"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Identity, Secrets, and Platform Controls</a:t>
            </a:r>
            <a:endParaRPr lang="en-US" sz="1400" dirty="0"/>
          </a:p>
        </p:txBody>
      </p:sp>
      <p:grpSp>
        <p:nvGrpSpPr>
          <p:cNvPr id="98" name="Group 97">
            <a:extLst>
              <a:ext uri="{FF2B5EF4-FFF2-40B4-BE49-F238E27FC236}">
                <a16:creationId xmlns:a16="http://schemas.microsoft.com/office/drawing/2014/main" id="{6899C10E-A9C1-1DD7-B895-FD0AB503BEBA}"/>
              </a:ext>
            </a:extLst>
          </p:cNvPr>
          <p:cNvGrpSpPr/>
          <p:nvPr/>
        </p:nvGrpSpPr>
        <p:grpSpPr>
          <a:xfrm>
            <a:off x="3181921" y="1307635"/>
            <a:ext cx="2286000" cy="790956"/>
            <a:chOff x="530352" y="1481328"/>
            <a:chExt cx="2286000" cy="790956"/>
          </a:xfrm>
        </p:grpSpPr>
        <p:sp>
          <p:nvSpPr>
            <p:cNvPr id="13" name="Shape 11">
              <a:extLst>
                <a:ext uri="{FF2B5EF4-FFF2-40B4-BE49-F238E27FC236}">
                  <a16:creationId xmlns:a16="http://schemas.microsoft.com/office/drawing/2014/main" id="{94B86E03-6741-D12C-02BB-FFC8CD8780E5}"/>
                </a:ext>
              </a:extLst>
            </p:cNvPr>
            <p:cNvSpPr/>
            <p:nvPr/>
          </p:nvSpPr>
          <p:spPr>
            <a:xfrm>
              <a:off x="530352" y="1481328"/>
              <a:ext cx="2286000" cy="790956"/>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4" name="Azure Function Icon" descr="Azure Functions icon">
              <a:extLst>
                <a:ext uri="{FF2B5EF4-FFF2-40B4-BE49-F238E27FC236}">
                  <a16:creationId xmlns:a16="http://schemas.microsoft.com/office/drawing/2014/main" id="{9C6CBCB9-A598-2A96-A19D-9F3D587DE5E1}"/>
                </a:ext>
              </a:extLst>
            </p:cNvPr>
            <p:cNvPicPr>
              <a:picLocks noChangeAspect="1"/>
            </p:cNvPicPr>
            <p:nvPr/>
          </p:nvPicPr>
          <p:blipFill>
            <a:blip r:embed="rId3"/>
            <a:stretch>
              <a:fillRect/>
            </a:stretch>
          </p:blipFill>
          <p:spPr>
            <a:xfrm>
              <a:off x="624132" y="1563624"/>
              <a:ext cx="233064" cy="274320"/>
            </a:xfrm>
            <a:prstGeom prst="rect">
              <a:avLst/>
            </a:prstGeom>
          </p:spPr>
        </p:pic>
        <p:sp>
          <p:nvSpPr>
            <p:cNvPr id="15" name="Text 12">
              <a:extLst>
                <a:ext uri="{FF2B5EF4-FFF2-40B4-BE49-F238E27FC236}">
                  <a16:creationId xmlns:a16="http://schemas.microsoft.com/office/drawing/2014/main" id="{EED365FC-1449-B5D4-BD13-A8EAE423A941}"/>
                </a:ext>
              </a:extLst>
            </p:cNvPr>
            <p:cNvSpPr/>
            <p:nvPr/>
          </p:nvSpPr>
          <p:spPr>
            <a:xfrm>
              <a:off x="923544" y="1554480"/>
              <a:ext cx="1847088" cy="18288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Mailbox to Queue</a:t>
              </a:r>
              <a:endParaRPr lang="en-US" sz="1200"/>
            </a:p>
          </p:txBody>
        </p:sp>
        <p:sp>
          <p:nvSpPr>
            <p:cNvPr id="16" name="Text 13">
              <a:extLst>
                <a:ext uri="{FF2B5EF4-FFF2-40B4-BE49-F238E27FC236}">
                  <a16:creationId xmlns:a16="http://schemas.microsoft.com/office/drawing/2014/main" id="{D2082B98-B5F7-7138-ED44-03F4E2D3CC8C}"/>
                </a:ext>
              </a:extLst>
            </p:cNvPr>
            <p:cNvSpPr/>
            <p:nvPr/>
          </p:nvSpPr>
          <p:spPr>
            <a:xfrm>
              <a:off x="923544" y="1737360"/>
              <a:ext cx="1828800" cy="461772"/>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Poll mailbox for new emails</a:t>
              </a:r>
            </a:p>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Publish new msg ids in Service Bus</a:t>
              </a:r>
            </a:p>
          </p:txBody>
        </p:sp>
      </p:grpSp>
      <p:grpSp>
        <p:nvGrpSpPr>
          <p:cNvPr id="99" name="Group 98">
            <a:extLst>
              <a:ext uri="{FF2B5EF4-FFF2-40B4-BE49-F238E27FC236}">
                <a16:creationId xmlns:a16="http://schemas.microsoft.com/office/drawing/2014/main" id="{0E8AFD54-E035-1E10-8F67-30ABD0FFD0CE}"/>
              </a:ext>
            </a:extLst>
          </p:cNvPr>
          <p:cNvGrpSpPr/>
          <p:nvPr/>
        </p:nvGrpSpPr>
        <p:grpSpPr>
          <a:xfrm>
            <a:off x="3208909" y="2313432"/>
            <a:ext cx="2286000" cy="737386"/>
            <a:chOff x="530352" y="2350008"/>
            <a:chExt cx="2286000" cy="737386"/>
          </a:xfrm>
        </p:grpSpPr>
        <p:sp>
          <p:nvSpPr>
            <p:cNvPr id="17" name="Shape 14">
              <a:extLst>
                <a:ext uri="{FF2B5EF4-FFF2-40B4-BE49-F238E27FC236}">
                  <a16:creationId xmlns:a16="http://schemas.microsoft.com/office/drawing/2014/main" id="{74AE33D3-7177-900A-47B7-C84F253FE8B6}"/>
                </a:ext>
              </a:extLst>
            </p:cNvPr>
            <p:cNvSpPr/>
            <p:nvPr/>
          </p:nvSpPr>
          <p:spPr>
            <a:xfrm>
              <a:off x="530352" y="2350008"/>
              <a:ext cx="2286000" cy="737386"/>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8" name="Azure Function Icon 2" descr="Azure Functions icon">
              <a:extLst>
                <a:ext uri="{FF2B5EF4-FFF2-40B4-BE49-F238E27FC236}">
                  <a16:creationId xmlns:a16="http://schemas.microsoft.com/office/drawing/2014/main" id="{DB62725C-EB58-B34F-1D72-DAC35572B132}"/>
                </a:ext>
              </a:extLst>
            </p:cNvPr>
            <p:cNvPicPr>
              <a:picLocks noChangeAspect="1"/>
            </p:cNvPicPr>
            <p:nvPr/>
          </p:nvPicPr>
          <p:blipFill>
            <a:blip r:embed="rId3"/>
            <a:stretch>
              <a:fillRect/>
            </a:stretch>
          </p:blipFill>
          <p:spPr>
            <a:xfrm>
              <a:off x="624132" y="2432304"/>
              <a:ext cx="233064" cy="274320"/>
            </a:xfrm>
            <a:prstGeom prst="rect">
              <a:avLst/>
            </a:prstGeom>
          </p:spPr>
        </p:pic>
        <p:sp>
          <p:nvSpPr>
            <p:cNvPr id="19" name="Text 15">
              <a:extLst>
                <a:ext uri="{FF2B5EF4-FFF2-40B4-BE49-F238E27FC236}">
                  <a16:creationId xmlns:a16="http://schemas.microsoft.com/office/drawing/2014/main" id="{80A6B6F5-E7FC-FC7E-FE54-A1EBC73EC7C7}"/>
                </a:ext>
              </a:extLst>
            </p:cNvPr>
            <p:cNvSpPr/>
            <p:nvPr/>
          </p:nvSpPr>
          <p:spPr>
            <a:xfrm>
              <a:off x="923543" y="2423160"/>
              <a:ext cx="1801813" cy="174287"/>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Queue Orchestration</a:t>
              </a:r>
              <a:endParaRPr lang="en-US" sz="1200"/>
            </a:p>
          </p:txBody>
        </p:sp>
        <p:sp>
          <p:nvSpPr>
            <p:cNvPr id="20" name="Text 16">
              <a:extLst>
                <a:ext uri="{FF2B5EF4-FFF2-40B4-BE49-F238E27FC236}">
                  <a16:creationId xmlns:a16="http://schemas.microsoft.com/office/drawing/2014/main" id="{DD9F4B9D-59A4-E8AE-EC24-7852F53913D4}"/>
                </a:ext>
              </a:extLst>
            </p:cNvPr>
            <p:cNvSpPr/>
            <p:nvPr/>
          </p:nvSpPr>
          <p:spPr>
            <a:xfrm>
              <a:off x="923544" y="260604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Coordinates extraction pipeline</a:t>
              </a:r>
              <a:endParaRPr lang="en-US" sz="1000"/>
            </a:p>
          </p:txBody>
        </p:sp>
      </p:grpSp>
      <p:grpSp>
        <p:nvGrpSpPr>
          <p:cNvPr id="100" name="Group 99">
            <a:extLst>
              <a:ext uri="{FF2B5EF4-FFF2-40B4-BE49-F238E27FC236}">
                <a16:creationId xmlns:a16="http://schemas.microsoft.com/office/drawing/2014/main" id="{5B4560FB-9EDD-2F9E-EA7D-2FFDF347CEE4}"/>
              </a:ext>
            </a:extLst>
          </p:cNvPr>
          <p:cNvGrpSpPr/>
          <p:nvPr/>
        </p:nvGrpSpPr>
        <p:grpSpPr>
          <a:xfrm>
            <a:off x="3199892" y="3241927"/>
            <a:ext cx="2286000" cy="749909"/>
            <a:chOff x="530352" y="3218687"/>
            <a:chExt cx="2286000" cy="749909"/>
          </a:xfrm>
        </p:grpSpPr>
        <p:sp>
          <p:nvSpPr>
            <p:cNvPr id="21" name="Shape 17">
              <a:extLst>
                <a:ext uri="{FF2B5EF4-FFF2-40B4-BE49-F238E27FC236}">
                  <a16:creationId xmlns:a16="http://schemas.microsoft.com/office/drawing/2014/main" id="{BF7DD06C-3DCE-B019-E352-FC4DE503B822}"/>
                </a:ext>
              </a:extLst>
            </p:cNvPr>
            <p:cNvSpPr/>
            <p:nvPr/>
          </p:nvSpPr>
          <p:spPr>
            <a:xfrm>
              <a:off x="530352" y="3218687"/>
              <a:ext cx="2286000" cy="749909"/>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22" name="Azure Function Icon 3" descr="Azure Functions icon">
              <a:extLst>
                <a:ext uri="{FF2B5EF4-FFF2-40B4-BE49-F238E27FC236}">
                  <a16:creationId xmlns:a16="http://schemas.microsoft.com/office/drawing/2014/main" id="{26940819-04AA-D6DC-8666-B38588D9B0F1}"/>
                </a:ext>
              </a:extLst>
            </p:cNvPr>
            <p:cNvPicPr>
              <a:picLocks noChangeAspect="1"/>
            </p:cNvPicPr>
            <p:nvPr/>
          </p:nvPicPr>
          <p:blipFill>
            <a:blip r:embed="rId3"/>
            <a:stretch>
              <a:fillRect/>
            </a:stretch>
          </p:blipFill>
          <p:spPr>
            <a:xfrm>
              <a:off x="624132" y="3300984"/>
              <a:ext cx="233064" cy="274320"/>
            </a:xfrm>
            <a:prstGeom prst="rect">
              <a:avLst/>
            </a:prstGeom>
          </p:spPr>
        </p:pic>
        <p:sp>
          <p:nvSpPr>
            <p:cNvPr id="23" name="Text 18">
              <a:extLst>
                <a:ext uri="{FF2B5EF4-FFF2-40B4-BE49-F238E27FC236}">
                  <a16:creationId xmlns:a16="http://schemas.microsoft.com/office/drawing/2014/main" id="{6C580240-BF3B-56F3-3F44-AFE759EC48E4}"/>
                </a:ext>
              </a:extLst>
            </p:cNvPr>
            <p:cNvSpPr/>
            <p:nvPr/>
          </p:nvSpPr>
          <p:spPr>
            <a:xfrm>
              <a:off x="923544" y="3291840"/>
              <a:ext cx="1847088" cy="18288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CU Queue to DB</a:t>
              </a:r>
              <a:endParaRPr lang="en-US" sz="1200"/>
            </a:p>
          </p:txBody>
        </p:sp>
        <p:sp>
          <p:nvSpPr>
            <p:cNvPr id="24" name="Text 19">
              <a:extLst>
                <a:ext uri="{FF2B5EF4-FFF2-40B4-BE49-F238E27FC236}">
                  <a16:creationId xmlns:a16="http://schemas.microsoft.com/office/drawing/2014/main" id="{4717BDB6-BF17-D0C0-F662-6111F3605464}"/>
                </a:ext>
              </a:extLst>
            </p:cNvPr>
            <p:cNvSpPr/>
            <p:nvPr/>
          </p:nvSpPr>
          <p:spPr>
            <a:xfrm>
              <a:off x="923544" y="347472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Read new emails</a:t>
              </a: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Persists CU analysis output</a:t>
              </a:r>
              <a:endParaRPr lang="en-US" sz="700"/>
            </a:p>
          </p:txBody>
        </p:sp>
      </p:grpSp>
      <p:grpSp>
        <p:nvGrpSpPr>
          <p:cNvPr id="95" name="Group 94">
            <a:extLst>
              <a:ext uri="{FF2B5EF4-FFF2-40B4-BE49-F238E27FC236}">
                <a16:creationId xmlns:a16="http://schemas.microsoft.com/office/drawing/2014/main" id="{7EFF8391-3325-9A59-054B-184C4B3359E8}"/>
              </a:ext>
            </a:extLst>
          </p:cNvPr>
          <p:cNvGrpSpPr/>
          <p:nvPr/>
        </p:nvGrpSpPr>
        <p:grpSpPr>
          <a:xfrm>
            <a:off x="6440943" y="2289232"/>
            <a:ext cx="2525653" cy="621241"/>
            <a:chOff x="3611880" y="2350007"/>
            <a:chExt cx="2760597" cy="621241"/>
          </a:xfrm>
        </p:grpSpPr>
        <p:sp>
          <p:nvSpPr>
            <p:cNvPr id="29" name="Shape 23">
              <a:extLst>
                <a:ext uri="{FF2B5EF4-FFF2-40B4-BE49-F238E27FC236}">
                  <a16:creationId xmlns:a16="http://schemas.microsoft.com/office/drawing/2014/main" id="{E82B48CB-080F-8729-965A-A3E52B5DA7A0}"/>
                </a:ext>
              </a:extLst>
            </p:cNvPr>
            <p:cNvSpPr/>
            <p:nvPr/>
          </p:nvSpPr>
          <p:spPr>
            <a:xfrm>
              <a:off x="3611880" y="2350007"/>
              <a:ext cx="2760597" cy="621241"/>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30" name="Image 4" descr="C:\Users\tibarar\OneDrive - Microsoft\Desktop\MyProjects\extract-insight-action\artifacts\ppt-icons\10121-icon-service-Azure-Cosmos-DB.svg">
              <a:extLst>
                <a:ext uri="{FF2B5EF4-FFF2-40B4-BE49-F238E27FC236}">
                  <a16:creationId xmlns:a16="http://schemas.microsoft.com/office/drawing/2014/main" id="{BAABAE5B-268D-C632-76B4-1A55D61C12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032" y="2432304"/>
              <a:ext cx="274320" cy="274320"/>
            </a:xfrm>
            <a:prstGeom prst="rect">
              <a:avLst/>
            </a:prstGeom>
          </p:spPr>
        </p:pic>
        <p:sp>
          <p:nvSpPr>
            <p:cNvPr id="31" name="Text 24">
              <a:extLst>
                <a:ext uri="{FF2B5EF4-FFF2-40B4-BE49-F238E27FC236}">
                  <a16:creationId xmlns:a16="http://schemas.microsoft.com/office/drawing/2014/main" id="{CF944B74-1249-AA3C-3548-AF80FC01752C}"/>
                </a:ext>
              </a:extLst>
            </p:cNvPr>
            <p:cNvSpPr/>
            <p:nvPr/>
          </p:nvSpPr>
          <p:spPr>
            <a:xfrm>
              <a:off x="4005072" y="2423160"/>
              <a:ext cx="1709928"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Cosmos DB</a:t>
              </a:r>
              <a:endParaRPr lang="en-US" sz="1200" dirty="0"/>
            </a:p>
          </p:txBody>
        </p:sp>
        <p:sp>
          <p:nvSpPr>
            <p:cNvPr id="32" name="Text 25">
              <a:extLst>
                <a:ext uri="{FF2B5EF4-FFF2-40B4-BE49-F238E27FC236}">
                  <a16:creationId xmlns:a16="http://schemas.microsoft.com/office/drawing/2014/main" id="{E8B92976-8971-D74C-FA4B-086396054F01}"/>
                </a:ext>
              </a:extLst>
            </p:cNvPr>
            <p:cNvSpPr/>
            <p:nvPr/>
          </p:nvSpPr>
          <p:spPr>
            <a:xfrm>
              <a:off x="4005072" y="2606040"/>
              <a:ext cx="1691640" cy="21945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Email + attachments</a:t>
              </a:r>
            </a:p>
            <a:p>
              <a:pPr marL="171450" indent="-171450">
                <a:buFont typeface="Arial" panose="020B0604020202020204" pitchFamily="34" charset="0"/>
                <a:buChar char="•"/>
              </a:pPr>
              <a:r>
                <a:rPr lang="en-US" sz="1000" dirty="0">
                  <a:solidFill>
                    <a:srgbClr val="4D657A"/>
                  </a:solidFill>
                  <a:latin typeface="Segoe UI" panose="020B0502040204020203" pitchFamily="34" charset="0"/>
                  <a:ea typeface="Segoe UI" pitchFamily="34" charset="-122"/>
                  <a:cs typeface="Segoe UI" panose="020B0502040204020203" pitchFamily="34" charset="0"/>
                </a:rPr>
                <a:t>insight data store</a:t>
              </a:r>
              <a:endParaRPr lang="en-US" sz="700" dirty="0"/>
            </a:p>
          </p:txBody>
        </p:sp>
      </p:grpSp>
      <p:grpSp>
        <p:nvGrpSpPr>
          <p:cNvPr id="94" name="Group 93">
            <a:extLst>
              <a:ext uri="{FF2B5EF4-FFF2-40B4-BE49-F238E27FC236}">
                <a16:creationId xmlns:a16="http://schemas.microsoft.com/office/drawing/2014/main" id="{6E5A38A4-05AD-8856-A50E-8D1727BCF628}"/>
              </a:ext>
            </a:extLst>
          </p:cNvPr>
          <p:cNvGrpSpPr/>
          <p:nvPr/>
        </p:nvGrpSpPr>
        <p:grpSpPr>
          <a:xfrm>
            <a:off x="6440012" y="3749040"/>
            <a:ext cx="2657980" cy="777240"/>
            <a:chOff x="3611881" y="3218688"/>
            <a:chExt cx="2103119" cy="777240"/>
          </a:xfrm>
        </p:grpSpPr>
        <p:sp>
          <p:nvSpPr>
            <p:cNvPr id="33" name="Shape 26">
              <a:extLst>
                <a:ext uri="{FF2B5EF4-FFF2-40B4-BE49-F238E27FC236}">
                  <a16:creationId xmlns:a16="http://schemas.microsoft.com/office/drawing/2014/main" id="{5500BCCC-AA21-70D9-7983-A0373DA38F60}"/>
                </a:ext>
              </a:extLst>
            </p:cNvPr>
            <p:cNvSpPr/>
            <p:nvPr/>
          </p:nvSpPr>
          <p:spPr>
            <a:xfrm>
              <a:off x="3611881" y="3218688"/>
              <a:ext cx="1999154" cy="777240"/>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34" name="Image 5" descr="C:\Users\tibarar\OneDrive - Microsoft\Desktop\MyProjects\extract-insight-action\artifacts\ppt-icons\10086-icon-service-Storage-Accounts.svg">
              <a:extLst>
                <a:ext uri="{FF2B5EF4-FFF2-40B4-BE49-F238E27FC236}">
                  <a16:creationId xmlns:a16="http://schemas.microsoft.com/office/drawing/2014/main" id="{6E0E1F3C-CF2A-E9F4-E1A2-31AADD9628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5032" y="3300984"/>
              <a:ext cx="274320" cy="274320"/>
            </a:xfrm>
            <a:prstGeom prst="rect">
              <a:avLst/>
            </a:prstGeom>
          </p:spPr>
        </p:pic>
        <p:sp>
          <p:nvSpPr>
            <p:cNvPr id="35" name="Text 27">
              <a:extLst>
                <a:ext uri="{FF2B5EF4-FFF2-40B4-BE49-F238E27FC236}">
                  <a16:creationId xmlns:a16="http://schemas.microsoft.com/office/drawing/2014/main" id="{108D7649-0D74-D769-3193-620864886353}"/>
                </a:ext>
              </a:extLst>
            </p:cNvPr>
            <p:cNvSpPr/>
            <p:nvPr/>
          </p:nvSpPr>
          <p:spPr>
            <a:xfrm>
              <a:off x="4005072" y="3291840"/>
              <a:ext cx="1709928"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AI Search</a:t>
              </a:r>
              <a:endParaRPr lang="en-US" sz="1200" dirty="0"/>
            </a:p>
          </p:txBody>
        </p:sp>
        <p:sp>
          <p:nvSpPr>
            <p:cNvPr id="36" name="Text 28">
              <a:extLst>
                <a:ext uri="{FF2B5EF4-FFF2-40B4-BE49-F238E27FC236}">
                  <a16:creationId xmlns:a16="http://schemas.microsoft.com/office/drawing/2014/main" id="{A97BAFFE-E6AF-A049-A402-F5019B758A96}"/>
                </a:ext>
              </a:extLst>
            </p:cNvPr>
            <p:cNvSpPr/>
            <p:nvPr/>
          </p:nvSpPr>
          <p:spPr>
            <a:xfrm>
              <a:off x="4005072" y="3474720"/>
              <a:ext cx="1565346"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Index emails, attachments</a:t>
              </a:r>
            </a:p>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Control access with metadata</a:t>
              </a:r>
              <a:endParaRPr lang="en-US" sz="700" dirty="0">
                <a:solidFill>
                  <a:srgbClr val="4D657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dirty="0">
                  <a:solidFill>
                    <a:srgbClr val="4D657A"/>
                  </a:solidFill>
                  <a:latin typeface="Segoe UI" panose="020B0502040204020203" pitchFamily="34" charset="0"/>
                  <a:cs typeface="Segoe UI" panose="020B0502040204020203" pitchFamily="34" charset="0"/>
                </a:rPr>
                <a:t>Domain knowledgebase</a:t>
              </a:r>
              <a:endParaRPr lang="en-US" sz="700" dirty="0"/>
            </a:p>
          </p:txBody>
        </p:sp>
      </p:grpSp>
      <p:grpSp>
        <p:nvGrpSpPr>
          <p:cNvPr id="87" name="Group 86">
            <a:extLst>
              <a:ext uri="{FF2B5EF4-FFF2-40B4-BE49-F238E27FC236}">
                <a16:creationId xmlns:a16="http://schemas.microsoft.com/office/drawing/2014/main" id="{44962011-FE48-D70A-A77D-F4001256BCAE}"/>
              </a:ext>
            </a:extLst>
          </p:cNvPr>
          <p:cNvGrpSpPr/>
          <p:nvPr/>
        </p:nvGrpSpPr>
        <p:grpSpPr>
          <a:xfrm>
            <a:off x="6441873" y="1508760"/>
            <a:ext cx="2610685" cy="676656"/>
            <a:chOff x="5833871" y="1920240"/>
            <a:chExt cx="2610685" cy="676656"/>
          </a:xfrm>
        </p:grpSpPr>
        <p:sp>
          <p:nvSpPr>
            <p:cNvPr id="37" name="Shape 29">
              <a:extLst>
                <a:ext uri="{FF2B5EF4-FFF2-40B4-BE49-F238E27FC236}">
                  <a16:creationId xmlns:a16="http://schemas.microsoft.com/office/drawing/2014/main" id="{A33E6734-B312-7FEC-85CE-B9231BA5B434}"/>
                </a:ext>
              </a:extLst>
            </p:cNvPr>
            <p:cNvSpPr/>
            <p:nvPr/>
          </p:nvSpPr>
          <p:spPr>
            <a:xfrm>
              <a:off x="5833871" y="1920240"/>
              <a:ext cx="2524723" cy="676656"/>
            </a:xfrm>
            <a:prstGeom prst="roundRect">
              <a:avLst>
                <a:gd name="adj" fmla="val 6316"/>
              </a:avLst>
            </a:prstGeom>
            <a:solidFill>
              <a:srgbClr val="F9FCFF"/>
            </a:solidFill>
            <a:ln w="12700">
              <a:solidFill>
                <a:srgbClr val="BFD3E6"/>
              </a:solidFill>
              <a:prstDash val="solid"/>
            </a:ln>
          </p:spPr>
          <p:txBody>
            <a:bodyPr/>
            <a:lstStyle/>
            <a:p>
              <a:endParaRPr lang="en-US"/>
            </a:p>
          </p:txBody>
        </p:sp>
        <p:pic>
          <p:nvPicPr>
            <p:cNvPr id="38" name="Image 6" descr="C:\Users\tibarar\OneDrive - Microsoft\Desktop\MyProjects\extract-insight-action\artifacts\ppt-icons\10162-icon-service-Cognitive-Services.svg">
              <a:extLst>
                <a:ext uri="{FF2B5EF4-FFF2-40B4-BE49-F238E27FC236}">
                  <a16:creationId xmlns:a16="http://schemas.microsoft.com/office/drawing/2014/main" id="{9C74145A-20DD-AA97-39E5-0A26D06A6D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7024" y="2002536"/>
              <a:ext cx="274320" cy="274320"/>
            </a:xfrm>
            <a:prstGeom prst="rect">
              <a:avLst/>
            </a:prstGeom>
          </p:spPr>
        </p:pic>
        <p:sp>
          <p:nvSpPr>
            <p:cNvPr id="39" name="Text 30">
              <a:extLst>
                <a:ext uri="{FF2B5EF4-FFF2-40B4-BE49-F238E27FC236}">
                  <a16:creationId xmlns:a16="http://schemas.microsoft.com/office/drawing/2014/main" id="{8924B329-1D2D-A288-60E9-3C88C3395489}"/>
                </a:ext>
              </a:extLst>
            </p:cNvPr>
            <p:cNvSpPr/>
            <p:nvPr/>
          </p:nvSpPr>
          <p:spPr>
            <a:xfrm>
              <a:off x="6227063" y="1993392"/>
              <a:ext cx="2217493" cy="201306"/>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Foundry</a:t>
              </a:r>
              <a:endParaRPr lang="en-US" sz="1200" dirty="0"/>
            </a:p>
          </p:txBody>
        </p:sp>
        <p:sp>
          <p:nvSpPr>
            <p:cNvPr id="40" name="Text 31">
              <a:extLst>
                <a:ext uri="{FF2B5EF4-FFF2-40B4-BE49-F238E27FC236}">
                  <a16:creationId xmlns:a16="http://schemas.microsoft.com/office/drawing/2014/main" id="{C57A38E3-866F-D9C8-5664-F337B988D92D}"/>
                </a:ext>
              </a:extLst>
            </p:cNvPr>
            <p:cNvSpPr/>
            <p:nvPr/>
          </p:nvSpPr>
          <p:spPr>
            <a:xfrm>
              <a:off x="6227064" y="2176272"/>
              <a:ext cx="2080200" cy="32004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Documents, image, audio, video</a:t>
              </a:r>
            </a:p>
            <a:p>
              <a:pPr marL="171450" indent="-171450">
                <a:buSzPts val="1000"/>
                <a:buFont typeface="Arial" panose="020B0604020202020204" pitchFamily="34" charset="0"/>
                <a:buChar char="•"/>
              </a:pPr>
              <a:r>
                <a:rPr lang="en-US" sz="1000" dirty="0">
                  <a:solidFill>
                    <a:srgbClr val="4D657A"/>
                  </a:solidFill>
                  <a:latin typeface="Segoe UI" pitchFamily="34" charset="0"/>
                  <a:cs typeface="Segoe UI" pitchFamily="34" charset="-120"/>
                </a:rPr>
                <a:t>Agents with models &amp; tools</a:t>
              </a:r>
              <a:endParaRPr lang="en-US" sz="1000" dirty="0"/>
            </a:p>
          </p:txBody>
        </p:sp>
      </p:grpSp>
      <p:grpSp>
        <p:nvGrpSpPr>
          <p:cNvPr id="115" name="Group 114">
            <a:extLst>
              <a:ext uri="{FF2B5EF4-FFF2-40B4-BE49-F238E27FC236}">
                <a16:creationId xmlns:a16="http://schemas.microsoft.com/office/drawing/2014/main" id="{BB579948-E2EE-81AD-57FE-D57C9362F729}"/>
              </a:ext>
            </a:extLst>
          </p:cNvPr>
          <p:cNvGrpSpPr/>
          <p:nvPr/>
        </p:nvGrpSpPr>
        <p:grpSpPr>
          <a:xfrm>
            <a:off x="9495688" y="1495046"/>
            <a:ext cx="2168570" cy="914400"/>
            <a:chOff x="8549640" y="1554480"/>
            <a:chExt cx="2168570" cy="914400"/>
          </a:xfrm>
        </p:grpSpPr>
        <p:sp>
          <p:nvSpPr>
            <p:cNvPr id="45" name="Shape 35">
              <a:extLst>
                <a:ext uri="{FF2B5EF4-FFF2-40B4-BE49-F238E27FC236}">
                  <a16:creationId xmlns:a16="http://schemas.microsoft.com/office/drawing/2014/main" id="{EEA92706-87AA-71A2-2287-C610090ABEB4}"/>
                </a:ext>
              </a:extLst>
            </p:cNvPr>
            <p:cNvSpPr/>
            <p:nvPr/>
          </p:nvSpPr>
          <p:spPr>
            <a:xfrm>
              <a:off x="8549640" y="1554480"/>
              <a:ext cx="2168570" cy="914400"/>
            </a:xfrm>
            <a:prstGeom prst="roundRect">
              <a:avLst>
                <a:gd name="adj" fmla="val 6316"/>
              </a:avLst>
            </a:prstGeom>
            <a:solidFill>
              <a:srgbClr val="F9FCFF"/>
            </a:solidFill>
            <a:ln w="12700">
              <a:solidFill>
                <a:srgbClr val="BFD3E6"/>
              </a:solidFill>
              <a:prstDash val="solid"/>
            </a:ln>
          </p:spPr>
          <p:txBody>
            <a:bodyPr/>
            <a:lstStyle/>
            <a:p>
              <a:endParaRPr lang="en-US" dirty="0"/>
            </a:p>
          </p:txBody>
        </p:sp>
        <p:pic>
          <p:nvPicPr>
            <p:cNvPr id="46" name="Image 8" descr="C:\Users\tibarar\OneDrive - Microsoft\Desktop\MyProjects\extract-insight-action\artifacts\ppt-icons\10035-icon-service-App-Services.svg">
              <a:extLst>
                <a:ext uri="{FF2B5EF4-FFF2-40B4-BE49-F238E27FC236}">
                  <a16:creationId xmlns:a16="http://schemas.microsoft.com/office/drawing/2014/main" id="{42D067CD-22B2-CA8D-B3FF-9E37E687ED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1636776"/>
              <a:ext cx="274320" cy="274320"/>
            </a:xfrm>
            <a:prstGeom prst="rect">
              <a:avLst/>
            </a:prstGeom>
          </p:spPr>
        </p:pic>
        <p:sp>
          <p:nvSpPr>
            <p:cNvPr id="47" name="Text 36">
              <a:extLst>
                <a:ext uri="{FF2B5EF4-FFF2-40B4-BE49-F238E27FC236}">
                  <a16:creationId xmlns:a16="http://schemas.microsoft.com/office/drawing/2014/main" id="{9592781B-FF97-9C81-49A2-AF8759F32360}"/>
                </a:ext>
              </a:extLst>
            </p:cNvPr>
            <p:cNvSpPr/>
            <p:nvPr/>
          </p:nvSpPr>
          <p:spPr>
            <a:xfrm>
              <a:off x="8942832" y="1627632"/>
              <a:ext cx="1671684" cy="201168"/>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Insight UI (Spring Boot)</a:t>
              </a:r>
              <a:endParaRPr lang="en-US" sz="1200" dirty="0"/>
            </a:p>
          </p:txBody>
        </p:sp>
        <p:sp>
          <p:nvSpPr>
            <p:cNvPr id="48" name="Text 37">
              <a:extLst>
                <a:ext uri="{FF2B5EF4-FFF2-40B4-BE49-F238E27FC236}">
                  <a16:creationId xmlns:a16="http://schemas.microsoft.com/office/drawing/2014/main" id="{E15F9606-90D0-E18F-421C-A7FACCC5B667}"/>
                </a:ext>
              </a:extLst>
            </p:cNvPr>
            <p:cNvSpPr/>
            <p:nvPr/>
          </p:nvSpPr>
          <p:spPr>
            <a:xfrm>
              <a:off x="8942832" y="1875268"/>
              <a:ext cx="1474090" cy="37415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Operational dashboard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User profile controls</a:t>
              </a:r>
            </a:p>
          </p:txBody>
        </p:sp>
      </p:grpSp>
      <p:grpSp>
        <p:nvGrpSpPr>
          <p:cNvPr id="116" name="Group 115">
            <a:extLst>
              <a:ext uri="{FF2B5EF4-FFF2-40B4-BE49-F238E27FC236}">
                <a16:creationId xmlns:a16="http://schemas.microsoft.com/office/drawing/2014/main" id="{4EAB184C-AB34-B9D4-3F80-A308EB58DC1C}"/>
              </a:ext>
            </a:extLst>
          </p:cNvPr>
          <p:cNvGrpSpPr/>
          <p:nvPr/>
        </p:nvGrpSpPr>
        <p:grpSpPr>
          <a:xfrm>
            <a:off x="9495688" y="2587754"/>
            <a:ext cx="2168570" cy="914400"/>
            <a:chOff x="8549640" y="2651760"/>
            <a:chExt cx="2168570" cy="914400"/>
          </a:xfrm>
        </p:grpSpPr>
        <p:sp>
          <p:nvSpPr>
            <p:cNvPr id="49" name="Shape 38">
              <a:extLst>
                <a:ext uri="{FF2B5EF4-FFF2-40B4-BE49-F238E27FC236}">
                  <a16:creationId xmlns:a16="http://schemas.microsoft.com/office/drawing/2014/main" id="{A51A7668-007F-9FAF-CE62-A490F923B7AA}"/>
                </a:ext>
              </a:extLst>
            </p:cNvPr>
            <p:cNvSpPr/>
            <p:nvPr/>
          </p:nvSpPr>
          <p:spPr>
            <a:xfrm>
              <a:off x="8549640" y="2651760"/>
              <a:ext cx="2168570" cy="914400"/>
            </a:xfrm>
            <a:prstGeom prst="roundRect">
              <a:avLst>
                <a:gd name="adj" fmla="val 6316"/>
              </a:avLst>
            </a:prstGeom>
            <a:solidFill>
              <a:srgbClr val="F9FCFF"/>
            </a:solidFill>
            <a:ln w="12700">
              <a:solidFill>
                <a:srgbClr val="BFD3E6"/>
              </a:solidFill>
              <a:prstDash val="solid"/>
            </a:ln>
          </p:spPr>
          <p:txBody>
            <a:bodyPr/>
            <a:lstStyle/>
            <a:p>
              <a:endParaRPr lang="en-US"/>
            </a:p>
          </p:txBody>
        </p:sp>
        <p:pic>
          <p:nvPicPr>
            <p:cNvPr id="50" name="Image 9" descr="C:\Users\tibarar\OneDrive - Microsoft\Desktop\MyProjects\extract-insight-action\artifacts\ppt-icons\10035-icon-service-App-Services.svg">
              <a:extLst>
                <a:ext uri="{FF2B5EF4-FFF2-40B4-BE49-F238E27FC236}">
                  <a16:creationId xmlns:a16="http://schemas.microsoft.com/office/drawing/2014/main" id="{25DE8774-E0E0-A639-49EA-6C1580E945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2734056"/>
              <a:ext cx="274320" cy="274320"/>
            </a:xfrm>
            <a:prstGeom prst="rect">
              <a:avLst/>
            </a:prstGeom>
          </p:spPr>
        </p:pic>
        <p:sp>
          <p:nvSpPr>
            <p:cNvPr id="51" name="Text 39">
              <a:extLst>
                <a:ext uri="{FF2B5EF4-FFF2-40B4-BE49-F238E27FC236}">
                  <a16:creationId xmlns:a16="http://schemas.microsoft.com/office/drawing/2014/main" id="{0F8C975B-EFF9-E9D8-B56D-87DD353A11CD}"/>
                </a:ext>
              </a:extLst>
            </p:cNvPr>
            <p:cNvSpPr/>
            <p:nvPr/>
          </p:nvSpPr>
          <p:spPr>
            <a:xfrm>
              <a:off x="8942833" y="2724911"/>
              <a:ext cx="1602658" cy="214612"/>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Email Reviewer Agent</a:t>
              </a:r>
              <a:endParaRPr lang="en-US" sz="1200" dirty="0"/>
            </a:p>
          </p:txBody>
        </p:sp>
        <p:sp>
          <p:nvSpPr>
            <p:cNvPr id="52" name="Text 40">
              <a:extLst>
                <a:ext uri="{FF2B5EF4-FFF2-40B4-BE49-F238E27FC236}">
                  <a16:creationId xmlns:a16="http://schemas.microsoft.com/office/drawing/2014/main" id="{606610B0-7BD2-9B6D-5755-14304148956F}"/>
                </a:ext>
              </a:extLst>
            </p:cNvPr>
            <p:cNvSpPr/>
            <p:nvPr/>
          </p:nvSpPr>
          <p:spPr>
            <a:xfrm>
              <a:off x="8942832" y="2960239"/>
              <a:ext cx="1358161" cy="4773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Assisted decisions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Reviews</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Recommendations</a:t>
              </a:r>
              <a:endParaRPr lang="en-US" sz="1000" dirty="0"/>
            </a:p>
          </p:txBody>
        </p:sp>
      </p:grpSp>
      <p:grpSp>
        <p:nvGrpSpPr>
          <p:cNvPr id="114" name="Group 113">
            <a:extLst>
              <a:ext uri="{FF2B5EF4-FFF2-40B4-BE49-F238E27FC236}">
                <a16:creationId xmlns:a16="http://schemas.microsoft.com/office/drawing/2014/main" id="{AB2EDA87-67A6-E0CD-0F91-9B3D05D9145F}"/>
              </a:ext>
            </a:extLst>
          </p:cNvPr>
          <p:cNvGrpSpPr/>
          <p:nvPr/>
        </p:nvGrpSpPr>
        <p:grpSpPr>
          <a:xfrm>
            <a:off x="9518546" y="3680462"/>
            <a:ext cx="2145712" cy="914400"/>
            <a:chOff x="8572500" y="3739896"/>
            <a:chExt cx="2145713" cy="914400"/>
          </a:xfrm>
        </p:grpSpPr>
        <p:sp>
          <p:nvSpPr>
            <p:cNvPr id="53" name="Shape 41">
              <a:extLst>
                <a:ext uri="{FF2B5EF4-FFF2-40B4-BE49-F238E27FC236}">
                  <a16:creationId xmlns:a16="http://schemas.microsoft.com/office/drawing/2014/main" id="{D91F5F09-060E-6F63-889B-00A26728FBA3}"/>
                </a:ext>
              </a:extLst>
            </p:cNvPr>
            <p:cNvSpPr/>
            <p:nvPr/>
          </p:nvSpPr>
          <p:spPr>
            <a:xfrm>
              <a:off x="8572500" y="3739896"/>
              <a:ext cx="2145713" cy="914400"/>
            </a:xfrm>
            <a:prstGeom prst="roundRect">
              <a:avLst>
                <a:gd name="adj" fmla="val 7500"/>
              </a:avLst>
            </a:prstGeom>
            <a:solidFill>
              <a:srgbClr val="F9FCFF"/>
            </a:solidFill>
            <a:ln w="12700">
              <a:solidFill>
                <a:srgbClr val="BFD3E6"/>
              </a:solidFill>
              <a:prstDash val="solid"/>
            </a:ln>
          </p:spPr>
          <p:txBody>
            <a:bodyPr/>
            <a:lstStyle/>
            <a:p>
              <a:endParaRPr lang="en-US"/>
            </a:p>
          </p:txBody>
        </p:sp>
        <p:pic>
          <p:nvPicPr>
            <p:cNvPr id="54" name="Image 10" descr="C:\Users\tibarar\OneDrive - Microsoft\Desktop\MyProjects\extract-insight-action\artifacts\ppt-icons\10836-icon-service-Service-Bus.svg">
              <a:extLst>
                <a:ext uri="{FF2B5EF4-FFF2-40B4-BE49-F238E27FC236}">
                  <a16:creationId xmlns:a16="http://schemas.microsoft.com/office/drawing/2014/main" id="{5DCD4B3C-303D-C39A-68DD-1C18BAADD4F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2792" y="3831336"/>
              <a:ext cx="274320" cy="274320"/>
            </a:xfrm>
            <a:prstGeom prst="rect">
              <a:avLst/>
            </a:prstGeom>
          </p:spPr>
        </p:pic>
        <p:sp>
          <p:nvSpPr>
            <p:cNvPr id="55" name="Text 42">
              <a:extLst>
                <a:ext uri="{FF2B5EF4-FFF2-40B4-BE49-F238E27FC236}">
                  <a16:creationId xmlns:a16="http://schemas.microsoft.com/office/drawing/2014/main" id="{C93F97B4-C55B-6154-136B-240A13192AC0}"/>
                </a:ext>
              </a:extLst>
            </p:cNvPr>
            <p:cNvSpPr/>
            <p:nvPr/>
          </p:nvSpPr>
          <p:spPr>
            <a:xfrm>
              <a:off x="8942831" y="3822191"/>
              <a:ext cx="1592502" cy="212122"/>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Action Execution Layer</a:t>
              </a:r>
              <a:endParaRPr lang="en-US" sz="1200" dirty="0"/>
            </a:p>
          </p:txBody>
        </p:sp>
        <p:sp>
          <p:nvSpPr>
            <p:cNvPr id="56" name="Text 43">
              <a:extLst>
                <a:ext uri="{FF2B5EF4-FFF2-40B4-BE49-F238E27FC236}">
                  <a16:creationId xmlns:a16="http://schemas.microsoft.com/office/drawing/2014/main" id="{3440B3EE-097D-4CD9-CD64-258E36E7BCD5}"/>
                </a:ext>
              </a:extLst>
            </p:cNvPr>
            <p:cNvSpPr/>
            <p:nvPr/>
          </p:nvSpPr>
          <p:spPr>
            <a:xfrm>
              <a:off x="8942835" y="4071032"/>
              <a:ext cx="1602662" cy="46938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Triggers action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Start workflows</a:t>
              </a:r>
            </a:p>
            <a:p>
              <a:pPr marL="171450" indent="-171450">
                <a:buFont typeface="Arial" panose="020B0604020202020204" pitchFamily="34" charset="0"/>
                <a:buChar char="•"/>
              </a:pPr>
              <a:r>
                <a:rPr lang="en-US" sz="1000" dirty="0">
                  <a:solidFill>
                    <a:srgbClr val="4D657A"/>
                  </a:solidFill>
                  <a:latin typeface="Segoe UI" pitchFamily="34" charset="0"/>
                  <a:cs typeface="Segoe UI" pitchFamily="34" charset="-120"/>
                </a:rPr>
                <a:t>Control agent autonomy</a:t>
              </a:r>
              <a:endParaRPr lang="en-US" sz="1000" dirty="0"/>
            </a:p>
          </p:txBody>
        </p:sp>
      </p:grpSp>
      <p:sp>
        <p:nvSpPr>
          <p:cNvPr id="57" name="Shape 44">
            <a:extLst>
              <a:ext uri="{FF2B5EF4-FFF2-40B4-BE49-F238E27FC236}">
                <a16:creationId xmlns:a16="http://schemas.microsoft.com/office/drawing/2014/main" id="{C01B569C-FE2E-DE40-D26B-7EA9CABC3F14}"/>
              </a:ext>
            </a:extLst>
          </p:cNvPr>
          <p:cNvSpPr/>
          <p:nvPr/>
        </p:nvSpPr>
        <p:spPr>
          <a:xfrm>
            <a:off x="62185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58" name="Image 11" descr="C:\Users\tibarar\OneDrive - Microsoft\Desktop\MyProjects\extract-insight-action\artifacts\ppt-icons\10222-icon-service-Azure-AD-Domain-Services.svg">
            <a:extLst>
              <a:ext uri="{FF2B5EF4-FFF2-40B4-BE49-F238E27FC236}">
                <a16:creationId xmlns:a16="http://schemas.microsoft.com/office/drawing/2014/main" id="{136DA463-8799-067C-8468-CBB500DD916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004" y="5417661"/>
            <a:ext cx="274320" cy="274320"/>
          </a:xfrm>
          <a:prstGeom prst="rect">
            <a:avLst/>
          </a:prstGeom>
        </p:spPr>
      </p:pic>
      <p:sp>
        <p:nvSpPr>
          <p:cNvPr id="59" name="Text 45">
            <a:extLst>
              <a:ext uri="{FF2B5EF4-FFF2-40B4-BE49-F238E27FC236}">
                <a16:creationId xmlns:a16="http://schemas.microsoft.com/office/drawing/2014/main" id="{6297F55B-67F0-BE7E-5CA7-0B4983B97374}"/>
              </a:ext>
            </a:extLst>
          </p:cNvPr>
          <p:cNvSpPr/>
          <p:nvPr/>
        </p:nvSpPr>
        <p:spPr>
          <a:xfrm>
            <a:off x="1064266" y="5458454"/>
            <a:ext cx="1689765" cy="254473"/>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Microsoft Entra ID</a:t>
            </a:r>
            <a:endParaRPr lang="en-US" sz="1200" dirty="0"/>
          </a:p>
        </p:txBody>
      </p:sp>
      <p:sp>
        <p:nvSpPr>
          <p:cNvPr id="60" name="Text 46">
            <a:extLst>
              <a:ext uri="{FF2B5EF4-FFF2-40B4-BE49-F238E27FC236}">
                <a16:creationId xmlns:a16="http://schemas.microsoft.com/office/drawing/2014/main" id="{7722BCC6-F482-9A73-96FB-392D47729077}"/>
              </a:ext>
            </a:extLst>
          </p:cNvPr>
          <p:cNvSpPr/>
          <p:nvPr/>
        </p:nvSpPr>
        <p:spPr>
          <a:xfrm>
            <a:off x="790428"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OIDC login, role claims, Graph delegated auth</a:t>
            </a:r>
            <a:endParaRPr lang="en-US" sz="1000" dirty="0"/>
          </a:p>
        </p:txBody>
      </p:sp>
      <p:sp>
        <p:nvSpPr>
          <p:cNvPr id="61" name="Shape 47">
            <a:extLst>
              <a:ext uri="{FF2B5EF4-FFF2-40B4-BE49-F238E27FC236}">
                <a16:creationId xmlns:a16="http://schemas.microsoft.com/office/drawing/2014/main" id="{C6028370-C0B4-739F-92DE-A638DAE995FD}"/>
              </a:ext>
            </a:extLst>
          </p:cNvPr>
          <p:cNvSpPr/>
          <p:nvPr/>
        </p:nvSpPr>
        <p:spPr>
          <a:xfrm>
            <a:off x="341077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62" name="Image 12" descr="C:\Users\tibarar\OneDrive - Microsoft\Desktop\MyProjects\extract-insight-action\artifacts\ppt-icons\10227-icon-service-Managed-Identities.svg">
            <a:extLst>
              <a:ext uri="{FF2B5EF4-FFF2-40B4-BE49-F238E27FC236}">
                <a16:creationId xmlns:a16="http://schemas.microsoft.com/office/drawing/2014/main" id="{999EFEBD-3162-431E-84ED-6CE4FF6E44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83924" y="5417661"/>
            <a:ext cx="274320" cy="274320"/>
          </a:xfrm>
          <a:prstGeom prst="rect">
            <a:avLst/>
          </a:prstGeom>
        </p:spPr>
      </p:pic>
      <p:sp>
        <p:nvSpPr>
          <p:cNvPr id="63" name="Text 48">
            <a:extLst>
              <a:ext uri="{FF2B5EF4-FFF2-40B4-BE49-F238E27FC236}">
                <a16:creationId xmlns:a16="http://schemas.microsoft.com/office/drawing/2014/main" id="{E0D8EFC4-3B2C-2E3A-EA57-C7F775367177}"/>
              </a:ext>
            </a:extLst>
          </p:cNvPr>
          <p:cNvSpPr/>
          <p:nvPr/>
        </p:nvSpPr>
        <p:spPr>
          <a:xfrm>
            <a:off x="3867972" y="5437505"/>
            <a:ext cx="1742752" cy="296371"/>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Managed Identities</a:t>
            </a:r>
            <a:endParaRPr lang="en-US" sz="1200" dirty="0"/>
          </a:p>
        </p:txBody>
      </p:sp>
      <p:sp>
        <p:nvSpPr>
          <p:cNvPr id="64" name="Text 49">
            <a:extLst>
              <a:ext uri="{FF2B5EF4-FFF2-40B4-BE49-F238E27FC236}">
                <a16:creationId xmlns:a16="http://schemas.microsoft.com/office/drawing/2014/main" id="{AFE1AD10-C74E-0BA8-B8C0-29987BC35761}"/>
              </a:ext>
            </a:extLst>
          </p:cNvPr>
          <p:cNvSpPr/>
          <p:nvPr/>
        </p:nvSpPr>
        <p:spPr>
          <a:xfrm>
            <a:off x="3574972"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Workload identities for service-to-service access</a:t>
            </a:r>
            <a:endParaRPr lang="en-US" sz="1000" dirty="0"/>
          </a:p>
        </p:txBody>
      </p:sp>
      <p:sp>
        <p:nvSpPr>
          <p:cNvPr id="65" name="Shape 50">
            <a:extLst>
              <a:ext uri="{FF2B5EF4-FFF2-40B4-BE49-F238E27FC236}">
                <a16:creationId xmlns:a16="http://schemas.microsoft.com/office/drawing/2014/main" id="{B9BA5C89-4479-9558-CB4A-13E79070640B}"/>
              </a:ext>
            </a:extLst>
          </p:cNvPr>
          <p:cNvSpPr/>
          <p:nvPr/>
        </p:nvSpPr>
        <p:spPr>
          <a:xfrm>
            <a:off x="619969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66" name="Image 13" descr="C:\Users\tibarar\OneDrive - Microsoft\Desktop\MyProjects\extract-insight-action\artifacts\ppt-icons\10245-icon-service-Key-Vaults.svg">
            <a:extLst>
              <a:ext uri="{FF2B5EF4-FFF2-40B4-BE49-F238E27FC236}">
                <a16:creationId xmlns:a16="http://schemas.microsoft.com/office/drawing/2014/main" id="{2BB4151E-611D-9DBA-36B8-E7D2AC7FF4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2844" y="5417661"/>
            <a:ext cx="274320" cy="274320"/>
          </a:xfrm>
          <a:prstGeom prst="rect">
            <a:avLst/>
          </a:prstGeom>
        </p:spPr>
      </p:pic>
      <p:sp>
        <p:nvSpPr>
          <p:cNvPr id="67" name="Text 51">
            <a:extLst>
              <a:ext uri="{FF2B5EF4-FFF2-40B4-BE49-F238E27FC236}">
                <a16:creationId xmlns:a16="http://schemas.microsoft.com/office/drawing/2014/main" id="{7CA605BE-5665-48CB-6C60-5C32E12059DA}"/>
              </a:ext>
            </a:extLst>
          </p:cNvPr>
          <p:cNvSpPr/>
          <p:nvPr/>
        </p:nvSpPr>
        <p:spPr>
          <a:xfrm>
            <a:off x="6656892" y="5437506"/>
            <a:ext cx="1813349" cy="296369"/>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Key Vault</a:t>
            </a:r>
            <a:endParaRPr lang="en-US" sz="1200" dirty="0"/>
          </a:p>
        </p:txBody>
      </p:sp>
      <p:sp>
        <p:nvSpPr>
          <p:cNvPr id="68" name="Text 52">
            <a:extLst>
              <a:ext uri="{FF2B5EF4-FFF2-40B4-BE49-F238E27FC236}">
                <a16:creationId xmlns:a16="http://schemas.microsoft.com/office/drawing/2014/main" id="{B980E156-4F46-134D-9670-1DE7FB184E04}"/>
              </a:ext>
            </a:extLst>
          </p:cNvPr>
          <p:cNvSpPr/>
          <p:nvPr/>
        </p:nvSpPr>
        <p:spPr>
          <a:xfrm>
            <a:off x="6359516"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Secrets, certificates, and rotation controls</a:t>
            </a:r>
            <a:endParaRPr lang="en-US" sz="1000" dirty="0"/>
          </a:p>
        </p:txBody>
      </p:sp>
      <p:sp>
        <p:nvSpPr>
          <p:cNvPr id="69" name="Shape 53">
            <a:extLst>
              <a:ext uri="{FF2B5EF4-FFF2-40B4-BE49-F238E27FC236}">
                <a16:creationId xmlns:a16="http://schemas.microsoft.com/office/drawing/2014/main" id="{37A44037-E134-2527-018C-ED5608D45803}"/>
              </a:ext>
            </a:extLst>
          </p:cNvPr>
          <p:cNvSpPr/>
          <p:nvPr/>
        </p:nvSpPr>
        <p:spPr>
          <a:xfrm>
            <a:off x="9034332" y="5335365"/>
            <a:ext cx="2514600" cy="1097280"/>
          </a:xfrm>
          <a:prstGeom prst="roundRect">
            <a:avLst>
              <a:gd name="adj" fmla="val 5000"/>
            </a:avLst>
          </a:prstGeom>
          <a:solidFill>
            <a:srgbClr val="EAF3FB"/>
          </a:solidFill>
          <a:ln w="12700">
            <a:solidFill>
              <a:srgbClr val="BFD3E6"/>
            </a:solidFill>
            <a:prstDash val="solid"/>
          </a:ln>
        </p:spPr>
        <p:txBody>
          <a:bodyPr/>
          <a:lstStyle/>
          <a:p>
            <a:endParaRPr lang="en-US"/>
          </a:p>
        </p:txBody>
      </p:sp>
      <p:sp>
        <p:nvSpPr>
          <p:cNvPr id="70" name="Text 54">
            <a:extLst>
              <a:ext uri="{FF2B5EF4-FFF2-40B4-BE49-F238E27FC236}">
                <a16:creationId xmlns:a16="http://schemas.microsoft.com/office/drawing/2014/main" id="{7A57E430-7102-2996-1325-5B829CF57CE7}"/>
              </a:ext>
            </a:extLst>
          </p:cNvPr>
          <p:cNvSpPr/>
          <p:nvPr/>
        </p:nvSpPr>
        <p:spPr>
          <a:xfrm>
            <a:off x="9166550" y="5458454"/>
            <a:ext cx="1875140" cy="254473"/>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Governance</a:t>
            </a:r>
            <a:endParaRPr lang="en-US" sz="1200" dirty="0"/>
          </a:p>
        </p:txBody>
      </p:sp>
      <p:sp>
        <p:nvSpPr>
          <p:cNvPr id="71" name="Text 55">
            <a:extLst>
              <a:ext uri="{FF2B5EF4-FFF2-40B4-BE49-F238E27FC236}">
                <a16:creationId xmlns:a16="http://schemas.microsoft.com/office/drawing/2014/main" id="{40EBD2F8-996F-D122-9388-55C5345838AE}"/>
              </a:ext>
            </a:extLst>
          </p:cNvPr>
          <p:cNvSpPr/>
          <p:nvPr/>
        </p:nvSpPr>
        <p:spPr>
          <a:xfrm>
            <a:off x="9144060" y="5783421"/>
            <a:ext cx="2286000" cy="49951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Least privilege</a:t>
            </a:r>
            <a:endParaRPr lang="en-US" sz="1000" dirty="0"/>
          </a:p>
          <a:p>
            <a:pPr marL="0" indent="0">
              <a:buNone/>
            </a:pPr>
            <a:r>
              <a:rPr lang="en-US" sz="1000" dirty="0">
                <a:solidFill>
                  <a:srgbClr val="4D657A"/>
                </a:solidFill>
                <a:latin typeface="Segoe UI" panose="020B0502040204020203" pitchFamily="34" charset="0"/>
                <a:ea typeface="Segoe UI" pitchFamily="34" charset="-122"/>
                <a:cs typeface="Segoe UI" panose="020B0502040204020203" pitchFamily="34" charset="0"/>
              </a:rPr>
              <a:t>Custom role: EIAUserProfileEditor</a:t>
            </a:r>
            <a:endParaRPr lang="en-US" sz="700" dirty="0"/>
          </a:p>
          <a:p>
            <a:pPr marL="0" indent="0">
              <a:buNone/>
            </a:pPr>
            <a:r>
              <a:rPr lang="en-US" sz="1000" dirty="0">
                <a:solidFill>
                  <a:srgbClr val="4D657A"/>
                </a:solidFill>
                <a:latin typeface="Segoe UI" panose="020B0502040204020203" pitchFamily="34" charset="0"/>
                <a:ea typeface="Segoe UI" pitchFamily="34" charset="-122"/>
                <a:cs typeface="Segoe UI" panose="020B0502040204020203" pitchFamily="34" charset="0"/>
              </a:rPr>
              <a:t>Operational scripts and runbooks</a:t>
            </a:r>
            <a:endParaRPr lang="en-US" sz="700" dirty="0"/>
          </a:p>
        </p:txBody>
      </p:sp>
      <p:sp>
        <p:nvSpPr>
          <p:cNvPr id="72" name="Shape 56">
            <a:extLst>
              <a:ext uri="{FF2B5EF4-FFF2-40B4-BE49-F238E27FC236}">
                <a16:creationId xmlns:a16="http://schemas.microsoft.com/office/drawing/2014/main" id="{2F67E76A-5220-801B-05FB-6DB03799515D}"/>
              </a:ext>
            </a:extLst>
          </p:cNvPr>
          <p:cNvSpPr/>
          <p:nvPr/>
        </p:nvSpPr>
        <p:spPr>
          <a:xfrm>
            <a:off x="5959800" y="1981462"/>
            <a:ext cx="320040" cy="109728"/>
          </a:xfrm>
          <a:prstGeom prst="chevron">
            <a:avLst/>
          </a:prstGeom>
          <a:solidFill>
            <a:srgbClr val="5A86AF"/>
          </a:solidFill>
          <a:ln w="6350">
            <a:solidFill>
              <a:srgbClr val="5A86AF"/>
            </a:solidFill>
            <a:prstDash val="solid"/>
          </a:ln>
        </p:spPr>
        <p:txBody>
          <a:bodyPr/>
          <a:lstStyle/>
          <a:p>
            <a:endParaRPr lang="en-US"/>
          </a:p>
        </p:txBody>
      </p:sp>
      <p:sp>
        <p:nvSpPr>
          <p:cNvPr id="73" name="Shape 57">
            <a:extLst>
              <a:ext uri="{FF2B5EF4-FFF2-40B4-BE49-F238E27FC236}">
                <a16:creationId xmlns:a16="http://schemas.microsoft.com/office/drawing/2014/main" id="{95FE233F-13DE-3F11-D802-1F51C8D6CE37}"/>
              </a:ext>
            </a:extLst>
          </p:cNvPr>
          <p:cNvSpPr/>
          <p:nvPr/>
        </p:nvSpPr>
        <p:spPr>
          <a:xfrm>
            <a:off x="5959800" y="2850142"/>
            <a:ext cx="320040" cy="109728"/>
          </a:xfrm>
          <a:prstGeom prst="chevron">
            <a:avLst/>
          </a:prstGeom>
          <a:solidFill>
            <a:srgbClr val="5A86AF"/>
          </a:solidFill>
          <a:ln w="6350">
            <a:solidFill>
              <a:srgbClr val="5A86AF"/>
            </a:solidFill>
            <a:prstDash val="solid"/>
          </a:ln>
        </p:spPr>
        <p:txBody>
          <a:bodyPr/>
          <a:lstStyle/>
          <a:p>
            <a:endParaRPr lang="en-US"/>
          </a:p>
        </p:txBody>
      </p:sp>
      <p:sp>
        <p:nvSpPr>
          <p:cNvPr id="74" name="Shape 58">
            <a:extLst>
              <a:ext uri="{FF2B5EF4-FFF2-40B4-BE49-F238E27FC236}">
                <a16:creationId xmlns:a16="http://schemas.microsoft.com/office/drawing/2014/main" id="{706B01B2-CF34-2500-AB20-D9B8D70B28C3}"/>
              </a:ext>
            </a:extLst>
          </p:cNvPr>
          <p:cNvSpPr/>
          <p:nvPr/>
        </p:nvSpPr>
        <p:spPr>
          <a:xfrm>
            <a:off x="5959800" y="3718822"/>
            <a:ext cx="320040" cy="109728"/>
          </a:xfrm>
          <a:prstGeom prst="chevron">
            <a:avLst/>
          </a:prstGeom>
          <a:solidFill>
            <a:srgbClr val="5A86AF"/>
          </a:solidFill>
          <a:ln w="6350">
            <a:solidFill>
              <a:srgbClr val="5A86AF"/>
            </a:solidFill>
            <a:prstDash val="solid"/>
          </a:ln>
        </p:spPr>
        <p:txBody>
          <a:bodyPr/>
          <a:lstStyle/>
          <a:p>
            <a:endParaRPr lang="en-US"/>
          </a:p>
        </p:txBody>
      </p:sp>
      <p:sp>
        <p:nvSpPr>
          <p:cNvPr id="77" name="Shape 61">
            <a:extLst>
              <a:ext uri="{FF2B5EF4-FFF2-40B4-BE49-F238E27FC236}">
                <a16:creationId xmlns:a16="http://schemas.microsoft.com/office/drawing/2014/main" id="{110FCAB0-DFCC-B30C-986D-EA832550AE29}"/>
              </a:ext>
            </a:extLst>
          </p:cNvPr>
          <p:cNvSpPr/>
          <p:nvPr/>
        </p:nvSpPr>
        <p:spPr>
          <a:xfrm>
            <a:off x="9060697" y="2287010"/>
            <a:ext cx="256032" cy="109728"/>
          </a:xfrm>
          <a:prstGeom prst="chevron">
            <a:avLst/>
          </a:prstGeom>
          <a:solidFill>
            <a:srgbClr val="5A86AF"/>
          </a:solidFill>
          <a:ln w="6350">
            <a:solidFill>
              <a:srgbClr val="5A86AF"/>
            </a:solidFill>
            <a:prstDash val="solid"/>
          </a:ln>
        </p:spPr>
        <p:txBody>
          <a:bodyPr/>
          <a:lstStyle/>
          <a:p>
            <a:endParaRPr lang="en-US"/>
          </a:p>
        </p:txBody>
      </p:sp>
      <p:sp>
        <p:nvSpPr>
          <p:cNvPr id="78" name="Shape 62">
            <a:extLst>
              <a:ext uri="{FF2B5EF4-FFF2-40B4-BE49-F238E27FC236}">
                <a16:creationId xmlns:a16="http://schemas.microsoft.com/office/drawing/2014/main" id="{D616F20C-E699-243E-204E-B254F9E93064}"/>
              </a:ext>
            </a:extLst>
          </p:cNvPr>
          <p:cNvSpPr/>
          <p:nvPr/>
        </p:nvSpPr>
        <p:spPr>
          <a:xfrm>
            <a:off x="9060697" y="3444928"/>
            <a:ext cx="256032" cy="109728"/>
          </a:xfrm>
          <a:prstGeom prst="chevron">
            <a:avLst/>
          </a:prstGeom>
          <a:solidFill>
            <a:srgbClr val="5A86AF"/>
          </a:solidFill>
          <a:ln w="6350">
            <a:solidFill>
              <a:srgbClr val="5A86AF"/>
            </a:solidFill>
            <a:prstDash val="solid"/>
          </a:ln>
        </p:spPr>
        <p:txBody>
          <a:bodyPr/>
          <a:lstStyle/>
          <a:p>
            <a:endParaRPr lang="en-US"/>
          </a:p>
        </p:txBody>
      </p:sp>
      <p:sp>
        <p:nvSpPr>
          <p:cNvPr id="83" name="Text 67">
            <a:extLst>
              <a:ext uri="{FF2B5EF4-FFF2-40B4-BE49-F238E27FC236}">
                <a16:creationId xmlns:a16="http://schemas.microsoft.com/office/drawing/2014/main" id="{D161BADF-CADC-9DF2-9FA8-5FC6DD2BC191}"/>
              </a:ext>
            </a:extLst>
          </p:cNvPr>
          <p:cNvSpPr/>
          <p:nvPr/>
        </p:nvSpPr>
        <p:spPr>
          <a:xfrm>
            <a:off x="411480" y="6595184"/>
            <a:ext cx="6583680" cy="182880"/>
          </a:xfrm>
          <a:prstGeom prst="rect">
            <a:avLst/>
          </a:prstGeom>
          <a:noFill/>
          <a:ln/>
        </p:spPr>
        <p:txBody>
          <a:bodyPr wrap="square" lIns="0" tIns="0" rIns="0" bIns="0" rtlCol="0" anchor="ctr"/>
          <a:lstStyle/>
          <a:p>
            <a:pPr marL="0" indent="0">
              <a:buNone/>
            </a:pPr>
            <a:r>
              <a:rPr lang="en-US" sz="1000" dirty="0">
                <a:solidFill>
                  <a:srgbClr val="6A8093"/>
                </a:solidFill>
                <a:latin typeface="Segoe UI" pitchFamily="34" charset="0"/>
                <a:ea typeface="Segoe UI" pitchFamily="34" charset="-122"/>
                <a:cs typeface="Segoe UI" pitchFamily="34" charset="-120"/>
              </a:rPr>
              <a:t>Enterprise boundary: Azure Subscription and Resource Group deployment model</a:t>
            </a:r>
            <a:endParaRPr lang="en-US" sz="1000" dirty="0"/>
          </a:p>
        </p:txBody>
      </p:sp>
      <p:grpSp>
        <p:nvGrpSpPr>
          <p:cNvPr id="113" name="Group 112">
            <a:extLst>
              <a:ext uri="{FF2B5EF4-FFF2-40B4-BE49-F238E27FC236}">
                <a16:creationId xmlns:a16="http://schemas.microsoft.com/office/drawing/2014/main" id="{425084F3-3034-5DEC-A0B2-534B80CC13BB}"/>
              </a:ext>
            </a:extLst>
          </p:cNvPr>
          <p:cNvGrpSpPr/>
          <p:nvPr/>
        </p:nvGrpSpPr>
        <p:grpSpPr>
          <a:xfrm>
            <a:off x="6442805" y="3014289"/>
            <a:ext cx="2609754" cy="630936"/>
            <a:chOff x="5833872" y="2971799"/>
            <a:chExt cx="2609754" cy="630936"/>
          </a:xfrm>
        </p:grpSpPr>
        <p:grpSp>
          <p:nvGrpSpPr>
            <p:cNvPr id="88" name="Group 87">
              <a:extLst>
                <a:ext uri="{FF2B5EF4-FFF2-40B4-BE49-F238E27FC236}">
                  <a16:creationId xmlns:a16="http://schemas.microsoft.com/office/drawing/2014/main" id="{40EA0EDA-8B1D-FBBB-586F-999EC8C275B3}"/>
                </a:ext>
              </a:extLst>
            </p:cNvPr>
            <p:cNvGrpSpPr/>
            <p:nvPr/>
          </p:nvGrpSpPr>
          <p:grpSpPr>
            <a:xfrm>
              <a:off x="5833872" y="2971799"/>
              <a:ext cx="2609754" cy="630936"/>
              <a:chOff x="5833872" y="2971801"/>
              <a:chExt cx="2609754" cy="799186"/>
            </a:xfrm>
          </p:grpSpPr>
          <p:sp>
            <p:nvSpPr>
              <p:cNvPr id="41" name="Shape 32">
                <a:extLst>
                  <a:ext uri="{FF2B5EF4-FFF2-40B4-BE49-F238E27FC236}">
                    <a16:creationId xmlns:a16="http://schemas.microsoft.com/office/drawing/2014/main" id="{0FEAB19D-83FA-2F52-F3B8-C5F2B8635DCE}"/>
                  </a:ext>
                </a:extLst>
              </p:cNvPr>
              <p:cNvSpPr/>
              <p:nvPr/>
            </p:nvSpPr>
            <p:spPr>
              <a:xfrm>
                <a:off x="5833872" y="2971801"/>
                <a:ext cx="2523791" cy="799186"/>
              </a:xfrm>
              <a:prstGeom prst="roundRect">
                <a:avLst>
                  <a:gd name="adj" fmla="val 6316"/>
                </a:avLst>
              </a:prstGeom>
              <a:solidFill>
                <a:srgbClr val="F9FCFF"/>
              </a:solidFill>
              <a:ln w="12700">
                <a:solidFill>
                  <a:srgbClr val="BFD3E6"/>
                </a:solidFill>
                <a:prstDash val="solid"/>
              </a:ln>
            </p:spPr>
            <p:txBody>
              <a:bodyPr/>
              <a:lstStyle/>
              <a:p>
                <a:endParaRPr lang="en-US"/>
              </a:p>
            </p:txBody>
          </p:sp>
          <p:sp>
            <p:nvSpPr>
              <p:cNvPr id="43" name="Text 33">
                <a:extLst>
                  <a:ext uri="{FF2B5EF4-FFF2-40B4-BE49-F238E27FC236}">
                    <a16:creationId xmlns:a16="http://schemas.microsoft.com/office/drawing/2014/main" id="{9C4BD54C-0087-3975-3854-739782EF13F6}"/>
                  </a:ext>
                </a:extLst>
              </p:cNvPr>
              <p:cNvSpPr/>
              <p:nvPr/>
            </p:nvSpPr>
            <p:spPr>
              <a:xfrm>
                <a:off x="6227063" y="3044952"/>
                <a:ext cx="2216563" cy="255249"/>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Autonomous processing</a:t>
                </a:r>
                <a:endParaRPr lang="en-US" sz="1200"/>
              </a:p>
            </p:txBody>
          </p:sp>
          <p:sp>
            <p:nvSpPr>
              <p:cNvPr id="44" name="Text 34">
                <a:extLst>
                  <a:ext uri="{FF2B5EF4-FFF2-40B4-BE49-F238E27FC236}">
                    <a16:creationId xmlns:a16="http://schemas.microsoft.com/office/drawing/2014/main" id="{79152A1C-BDF1-9721-E9A4-7799FCC88237}"/>
                  </a:ext>
                </a:extLst>
              </p:cNvPr>
              <p:cNvSpPr/>
              <p:nvPr/>
            </p:nvSpPr>
            <p:spPr>
              <a:xfrm>
                <a:off x="6227064" y="3275267"/>
                <a:ext cx="1508760" cy="38099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Agentic workflow</a:t>
                </a:r>
              </a:p>
              <a:p>
                <a:pPr marL="171450" indent="-171450">
                  <a:buFont typeface="Arial" panose="020B0604020202020204" pitchFamily="34" charset="0"/>
                  <a:buChar char="•"/>
                </a:pPr>
                <a:r>
                  <a:rPr lang="en-US" sz="1000">
                    <a:solidFill>
                      <a:srgbClr val="4D657A"/>
                    </a:solidFill>
                    <a:latin typeface="Segoe UI" pitchFamily="34" charset="0"/>
                    <a:cs typeface="Segoe UI" panose="020B0502040204020203" pitchFamily="34" charset="0"/>
                  </a:rPr>
                  <a:t>Background processing</a:t>
                </a:r>
                <a:endParaRPr lang="en-US" sz="700"/>
              </a:p>
            </p:txBody>
          </p:sp>
        </p:grpSp>
        <p:pic>
          <p:nvPicPr>
            <p:cNvPr id="97" name="Foundry AI Icon" descr="Microsoft Foundry AI agent icon">
              <a:extLst>
                <a:ext uri="{FF2B5EF4-FFF2-40B4-BE49-F238E27FC236}">
                  <a16:creationId xmlns:a16="http://schemas.microsoft.com/office/drawing/2014/main" id="{5E378A63-52FD-B437-B314-D802A0269A4B}"/>
                </a:ext>
              </a:extLst>
            </p:cNvPr>
            <p:cNvPicPr>
              <a:picLocks noChangeAspect="1"/>
            </p:cNvPicPr>
            <p:nvPr/>
          </p:nvPicPr>
          <p:blipFill>
            <a:blip r:embed="rId12"/>
            <a:stretch>
              <a:fillRect/>
            </a:stretch>
          </p:blipFill>
          <p:spPr>
            <a:xfrm>
              <a:off x="5919550" y="3035808"/>
              <a:ext cx="236815" cy="274320"/>
            </a:xfrm>
            <a:prstGeom prst="rect">
              <a:avLst/>
            </a:prstGeom>
          </p:spPr>
        </p:pic>
      </p:grpSp>
      <p:grpSp>
        <p:nvGrpSpPr>
          <p:cNvPr id="106" name="Group 105">
            <a:extLst>
              <a:ext uri="{FF2B5EF4-FFF2-40B4-BE49-F238E27FC236}">
                <a16:creationId xmlns:a16="http://schemas.microsoft.com/office/drawing/2014/main" id="{FEF7A88E-54F9-4AD7-5017-42C9DF495A31}"/>
              </a:ext>
            </a:extLst>
          </p:cNvPr>
          <p:cNvGrpSpPr/>
          <p:nvPr/>
        </p:nvGrpSpPr>
        <p:grpSpPr>
          <a:xfrm>
            <a:off x="497702" y="1504188"/>
            <a:ext cx="1310175" cy="2450929"/>
            <a:chOff x="502920" y="1510856"/>
            <a:chExt cx="1079430" cy="2450925"/>
          </a:xfrm>
        </p:grpSpPr>
        <p:sp>
          <p:nvSpPr>
            <p:cNvPr id="92" name="Shape 26">
              <a:extLst>
                <a:ext uri="{FF2B5EF4-FFF2-40B4-BE49-F238E27FC236}">
                  <a16:creationId xmlns:a16="http://schemas.microsoft.com/office/drawing/2014/main" id="{AF7B327E-7D7C-F407-3683-BBCD235543F7}"/>
                </a:ext>
              </a:extLst>
            </p:cNvPr>
            <p:cNvSpPr/>
            <p:nvPr/>
          </p:nvSpPr>
          <p:spPr>
            <a:xfrm>
              <a:off x="502920" y="1510856"/>
              <a:ext cx="1079430" cy="2450925"/>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96" name="Image 5" descr="C:\Users\tibarar\OneDrive - Microsoft\Desktop\MyProjects\extract-insight-action\artifacts\ppt-icons\10086-icon-service-Storage-Accounts.svg">
              <a:extLst>
                <a:ext uri="{FF2B5EF4-FFF2-40B4-BE49-F238E27FC236}">
                  <a16:creationId xmlns:a16="http://schemas.microsoft.com/office/drawing/2014/main" id="{21034B29-0B12-BB66-1FEF-8DAADAF253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0936" y="1602784"/>
              <a:ext cx="255059" cy="255059"/>
            </a:xfrm>
            <a:prstGeom prst="rect">
              <a:avLst/>
            </a:prstGeom>
          </p:spPr>
        </p:pic>
        <p:sp>
          <p:nvSpPr>
            <p:cNvPr id="103" name="Text 27">
              <a:extLst>
                <a:ext uri="{FF2B5EF4-FFF2-40B4-BE49-F238E27FC236}">
                  <a16:creationId xmlns:a16="http://schemas.microsoft.com/office/drawing/2014/main" id="{D7E25DEA-19BC-E5B5-EACE-58DFEFABD5F1}"/>
                </a:ext>
              </a:extLst>
            </p:cNvPr>
            <p:cNvSpPr/>
            <p:nvPr/>
          </p:nvSpPr>
          <p:spPr>
            <a:xfrm>
              <a:off x="594829" y="1979253"/>
              <a:ext cx="914306" cy="201168"/>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M365 Mailbox</a:t>
              </a:r>
              <a:endParaRPr lang="en-US" sz="1200"/>
            </a:p>
          </p:txBody>
        </p:sp>
        <p:sp>
          <p:nvSpPr>
            <p:cNvPr id="105" name="Text 28">
              <a:extLst>
                <a:ext uri="{FF2B5EF4-FFF2-40B4-BE49-F238E27FC236}">
                  <a16:creationId xmlns:a16="http://schemas.microsoft.com/office/drawing/2014/main" id="{B1CF29F4-84C9-2749-46F2-03D2F4C5269B}"/>
                </a:ext>
              </a:extLst>
            </p:cNvPr>
            <p:cNvSpPr/>
            <p:nvPr/>
          </p:nvSpPr>
          <p:spPr>
            <a:xfrm>
              <a:off x="602830" y="2386395"/>
              <a:ext cx="781513" cy="93725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Hourly large volume of emails</a:t>
              </a: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Access via MS Graph API</a:t>
              </a:r>
              <a:endParaRPr lang="en-US" sz="1000">
                <a:solidFill>
                  <a:srgbClr val="4D657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Secured access</a:t>
              </a:r>
              <a:endParaRPr lang="en-US" sz="1000">
                <a:solidFill>
                  <a:srgbClr val="4D657A"/>
                </a:solidFill>
                <a:latin typeface="Segoe UI" pitchFamily="34" charset="0"/>
                <a:ea typeface="Segoe UI" pitchFamily="34" charset="-122"/>
                <a:cs typeface="Segoe UI" pitchFamily="34" charset="-120"/>
              </a:endParaRPr>
            </a:p>
          </p:txBody>
        </p:sp>
      </p:grpSp>
      <p:grpSp>
        <p:nvGrpSpPr>
          <p:cNvPr id="126" name="Group 125">
            <a:extLst>
              <a:ext uri="{FF2B5EF4-FFF2-40B4-BE49-F238E27FC236}">
                <a16:creationId xmlns:a16="http://schemas.microsoft.com/office/drawing/2014/main" id="{3A9A422B-20E8-443D-5849-5F8AA81C51EB}"/>
              </a:ext>
            </a:extLst>
          </p:cNvPr>
          <p:cNvGrpSpPr/>
          <p:nvPr/>
        </p:nvGrpSpPr>
        <p:grpSpPr>
          <a:xfrm>
            <a:off x="2107173" y="1820938"/>
            <a:ext cx="825674" cy="1690220"/>
            <a:chOff x="2039156" y="1875802"/>
            <a:chExt cx="688195" cy="1690220"/>
          </a:xfrm>
        </p:grpSpPr>
        <p:grpSp>
          <p:nvGrpSpPr>
            <p:cNvPr id="84" name="Group 83">
              <a:extLst>
                <a:ext uri="{FF2B5EF4-FFF2-40B4-BE49-F238E27FC236}">
                  <a16:creationId xmlns:a16="http://schemas.microsoft.com/office/drawing/2014/main" id="{8823E390-5DE1-95E1-BB8F-BA1CF5332E78}"/>
                </a:ext>
              </a:extLst>
            </p:cNvPr>
            <p:cNvGrpSpPr/>
            <p:nvPr/>
          </p:nvGrpSpPr>
          <p:grpSpPr>
            <a:xfrm rot="16200000">
              <a:off x="1538144" y="2376814"/>
              <a:ext cx="1690220" cy="688195"/>
              <a:chOff x="3611880" y="1481329"/>
              <a:chExt cx="1541692" cy="511429"/>
            </a:xfrm>
          </p:grpSpPr>
          <p:sp>
            <p:nvSpPr>
              <p:cNvPr id="25" name="Shape 20">
                <a:extLst>
                  <a:ext uri="{FF2B5EF4-FFF2-40B4-BE49-F238E27FC236}">
                    <a16:creationId xmlns:a16="http://schemas.microsoft.com/office/drawing/2014/main" id="{F7EF0129-9906-FE7E-717C-F27CA1CA239D}"/>
                  </a:ext>
                </a:extLst>
              </p:cNvPr>
              <p:cNvSpPr/>
              <p:nvPr/>
            </p:nvSpPr>
            <p:spPr>
              <a:xfrm>
                <a:off x="3611880" y="1481329"/>
                <a:ext cx="1541692" cy="511429"/>
              </a:xfrm>
              <a:prstGeom prst="roundRect">
                <a:avLst>
                  <a:gd name="adj" fmla="val 8000"/>
                </a:avLst>
              </a:prstGeom>
              <a:solidFill>
                <a:srgbClr val="F9FCFF"/>
              </a:solidFill>
              <a:ln w="12700">
                <a:solidFill>
                  <a:srgbClr val="BFD3E6"/>
                </a:solidFill>
                <a:prstDash val="solid"/>
              </a:ln>
            </p:spPr>
            <p:txBody>
              <a:bodyPr/>
              <a:lstStyle/>
              <a:p>
                <a:endParaRPr lang="en-US"/>
              </a:p>
            </p:txBody>
          </p:sp>
          <p:sp>
            <p:nvSpPr>
              <p:cNvPr id="27" name="Text 21">
                <a:extLst>
                  <a:ext uri="{FF2B5EF4-FFF2-40B4-BE49-F238E27FC236}">
                    <a16:creationId xmlns:a16="http://schemas.microsoft.com/office/drawing/2014/main" id="{68B320D4-3D5B-3A41-DD96-745D8B19812E}"/>
                  </a:ext>
                </a:extLst>
              </p:cNvPr>
              <p:cNvSpPr/>
              <p:nvPr/>
            </p:nvSpPr>
            <p:spPr>
              <a:xfrm>
                <a:off x="3927074" y="1547370"/>
                <a:ext cx="1120581"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Service Bus</a:t>
                </a:r>
                <a:endParaRPr lang="en-US" sz="1200" dirty="0"/>
              </a:p>
            </p:txBody>
          </p:sp>
          <p:sp>
            <p:nvSpPr>
              <p:cNvPr id="28" name="Text 22">
                <a:extLst>
                  <a:ext uri="{FF2B5EF4-FFF2-40B4-BE49-F238E27FC236}">
                    <a16:creationId xmlns:a16="http://schemas.microsoft.com/office/drawing/2014/main" id="{F07218D4-09B8-48F8-95FF-393FC25B0634}"/>
                  </a:ext>
                </a:extLst>
              </p:cNvPr>
              <p:cNvSpPr/>
              <p:nvPr/>
            </p:nvSpPr>
            <p:spPr>
              <a:xfrm>
                <a:off x="3940922" y="1750923"/>
                <a:ext cx="1051457" cy="10058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Event transport</a:t>
                </a:r>
                <a:endParaRPr lang="en-US" sz="1000" dirty="0"/>
              </a:p>
            </p:txBody>
          </p:sp>
        </p:grpSp>
        <p:pic>
          <p:nvPicPr>
            <p:cNvPr id="89" name="Picture 88">
              <a:extLst>
                <a:ext uri="{FF2B5EF4-FFF2-40B4-BE49-F238E27FC236}">
                  <a16:creationId xmlns:a16="http://schemas.microsoft.com/office/drawing/2014/main" id="{4D44FF24-5711-34DC-7C3F-5778BC3B5EA3}"/>
                </a:ext>
              </a:extLst>
            </p:cNvPr>
            <p:cNvPicPr>
              <a:picLocks noChangeAspect="1"/>
            </p:cNvPicPr>
            <p:nvPr/>
          </p:nvPicPr>
          <p:blipFill>
            <a:blip r:embed="rId13"/>
            <a:srcRect l="15742" t="11476" r="9172"/>
            <a:stretch>
              <a:fillRect/>
            </a:stretch>
          </p:blipFill>
          <p:spPr>
            <a:xfrm rot="16200000">
              <a:off x="2101463" y="3262470"/>
              <a:ext cx="246888" cy="243870"/>
            </a:xfrm>
            <a:prstGeom prst="rect">
              <a:avLst/>
            </a:prstGeom>
          </p:spPr>
        </p:pic>
      </p:grpSp>
      <p:grpSp>
        <p:nvGrpSpPr>
          <p:cNvPr id="138" name="Group 137">
            <a:extLst>
              <a:ext uri="{FF2B5EF4-FFF2-40B4-BE49-F238E27FC236}">
                <a16:creationId xmlns:a16="http://schemas.microsoft.com/office/drawing/2014/main" id="{14CD0C07-3F4F-4A8C-9375-93B2666BDC9D}"/>
              </a:ext>
            </a:extLst>
          </p:cNvPr>
          <p:cNvGrpSpPr/>
          <p:nvPr/>
        </p:nvGrpSpPr>
        <p:grpSpPr>
          <a:xfrm>
            <a:off x="2221211" y="4132524"/>
            <a:ext cx="1771408" cy="453548"/>
            <a:chOff x="2239486" y="4113327"/>
            <a:chExt cx="1771408" cy="453548"/>
          </a:xfrm>
        </p:grpSpPr>
        <p:sp>
          <p:nvSpPr>
            <p:cNvPr id="119" name="Shape 26">
              <a:extLst>
                <a:ext uri="{FF2B5EF4-FFF2-40B4-BE49-F238E27FC236}">
                  <a16:creationId xmlns:a16="http://schemas.microsoft.com/office/drawing/2014/main" id="{30519612-7864-1B6E-5D90-FD3FC02C200C}"/>
                </a:ext>
              </a:extLst>
            </p:cNvPr>
            <p:cNvSpPr/>
            <p:nvPr/>
          </p:nvSpPr>
          <p:spPr>
            <a:xfrm>
              <a:off x="2239486" y="4113327"/>
              <a:ext cx="1771408" cy="453548"/>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21" name="Image 5" descr="C:\Users\tibarar\OneDrive - Microsoft\Desktop\MyProjects\extract-insight-action\artifacts\ppt-icons\10086-icon-service-Storage-Accounts.svg">
              <a:extLst>
                <a:ext uri="{FF2B5EF4-FFF2-40B4-BE49-F238E27FC236}">
                  <a16:creationId xmlns:a16="http://schemas.microsoft.com/office/drawing/2014/main" id="{E04D8D85-1FA0-A604-8906-AA22623659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7502" y="4176554"/>
              <a:ext cx="187457" cy="187457"/>
            </a:xfrm>
            <a:prstGeom prst="rect">
              <a:avLst/>
            </a:prstGeom>
          </p:spPr>
        </p:pic>
        <p:sp>
          <p:nvSpPr>
            <p:cNvPr id="122" name="Text 27">
              <a:extLst>
                <a:ext uri="{FF2B5EF4-FFF2-40B4-BE49-F238E27FC236}">
                  <a16:creationId xmlns:a16="http://schemas.microsoft.com/office/drawing/2014/main" id="{344B6FFD-DE0F-B94B-04A2-45A191E643ED}"/>
                </a:ext>
              </a:extLst>
            </p:cNvPr>
            <p:cNvSpPr/>
            <p:nvPr/>
          </p:nvSpPr>
          <p:spPr>
            <a:xfrm>
              <a:off x="2605071" y="4160106"/>
              <a:ext cx="1405823" cy="185531"/>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Blob</a:t>
              </a:r>
              <a:endParaRPr lang="en-US" sz="1200"/>
            </a:p>
          </p:txBody>
        </p:sp>
        <p:sp>
          <p:nvSpPr>
            <p:cNvPr id="123" name="Text 28">
              <a:extLst>
                <a:ext uri="{FF2B5EF4-FFF2-40B4-BE49-F238E27FC236}">
                  <a16:creationId xmlns:a16="http://schemas.microsoft.com/office/drawing/2014/main" id="{E3C69CC2-A9B2-4AAC-984D-AD16A86B0D04}"/>
                </a:ext>
              </a:extLst>
            </p:cNvPr>
            <p:cNvSpPr/>
            <p:nvPr/>
          </p:nvSpPr>
          <p:spPr>
            <a:xfrm>
              <a:off x="2605072" y="4347500"/>
              <a:ext cx="1090070" cy="17254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Raw content</a:t>
              </a:r>
            </a:p>
          </p:txBody>
        </p:sp>
      </p:grpSp>
      <p:sp>
        <p:nvSpPr>
          <p:cNvPr id="112" name="Shape 59">
            <a:extLst>
              <a:ext uri="{FF2B5EF4-FFF2-40B4-BE49-F238E27FC236}">
                <a16:creationId xmlns:a16="http://schemas.microsoft.com/office/drawing/2014/main" id="{F9A4F739-2FE9-D080-B3D4-051E8D4370CE}"/>
              </a:ext>
            </a:extLst>
          </p:cNvPr>
          <p:cNvSpPr/>
          <p:nvPr/>
        </p:nvSpPr>
        <p:spPr>
          <a:xfrm flipH="1">
            <a:off x="2893549" y="1920323"/>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18" name="Shape 59">
            <a:extLst>
              <a:ext uri="{FF2B5EF4-FFF2-40B4-BE49-F238E27FC236}">
                <a16:creationId xmlns:a16="http://schemas.microsoft.com/office/drawing/2014/main" id="{9E10EFB7-2D80-4910-7235-69F4582A140B}"/>
              </a:ext>
            </a:extLst>
          </p:cNvPr>
          <p:cNvSpPr/>
          <p:nvPr/>
        </p:nvSpPr>
        <p:spPr>
          <a:xfrm flipH="1">
            <a:off x="2893548" y="2638563"/>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20" name="Shape 59">
            <a:extLst>
              <a:ext uri="{FF2B5EF4-FFF2-40B4-BE49-F238E27FC236}">
                <a16:creationId xmlns:a16="http://schemas.microsoft.com/office/drawing/2014/main" id="{E4E78DA5-EBAA-6D03-F6FC-722DE30E4694}"/>
              </a:ext>
            </a:extLst>
          </p:cNvPr>
          <p:cNvSpPr/>
          <p:nvPr/>
        </p:nvSpPr>
        <p:spPr>
          <a:xfrm rot="10800000" flipH="1">
            <a:off x="2893549" y="2796319"/>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24" name="Shape 59">
            <a:extLst>
              <a:ext uri="{FF2B5EF4-FFF2-40B4-BE49-F238E27FC236}">
                <a16:creationId xmlns:a16="http://schemas.microsoft.com/office/drawing/2014/main" id="{F3B8B161-8576-8FCE-684E-D19EF7109B4A}"/>
              </a:ext>
            </a:extLst>
          </p:cNvPr>
          <p:cNvSpPr/>
          <p:nvPr/>
        </p:nvSpPr>
        <p:spPr>
          <a:xfrm rot="10800000" flipH="1">
            <a:off x="2893549" y="3284749"/>
            <a:ext cx="379495" cy="104526"/>
          </a:xfrm>
          <a:prstGeom prst="chevron">
            <a:avLst/>
          </a:prstGeom>
          <a:solidFill>
            <a:srgbClr val="5A86AF"/>
          </a:solidFill>
          <a:ln w="6350">
            <a:solidFill>
              <a:srgbClr val="5A86AF"/>
            </a:solidFill>
            <a:prstDash val="solid"/>
          </a:ln>
        </p:spPr>
        <p:txBody>
          <a:bodyPr/>
          <a:lstStyle/>
          <a:p>
            <a:endParaRPr lang="en-US" dirty="0"/>
          </a:p>
        </p:txBody>
      </p:sp>
      <p:grpSp>
        <p:nvGrpSpPr>
          <p:cNvPr id="137" name="Group 136">
            <a:extLst>
              <a:ext uri="{FF2B5EF4-FFF2-40B4-BE49-F238E27FC236}">
                <a16:creationId xmlns:a16="http://schemas.microsoft.com/office/drawing/2014/main" id="{4B329599-2FC5-3C9E-FEC9-FA77E26DC450}"/>
              </a:ext>
            </a:extLst>
          </p:cNvPr>
          <p:cNvGrpSpPr/>
          <p:nvPr/>
        </p:nvGrpSpPr>
        <p:grpSpPr>
          <a:xfrm>
            <a:off x="332859" y="4132524"/>
            <a:ext cx="1813560" cy="457603"/>
            <a:chOff x="351133" y="4113327"/>
            <a:chExt cx="1813560" cy="457603"/>
          </a:xfrm>
        </p:grpSpPr>
        <p:sp>
          <p:nvSpPr>
            <p:cNvPr id="128" name="Shape 26">
              <a:extLst>
                <a:ext uri="{FF2B5EF4-FFF2-40B4-BE49-F238E27FC236}">
                  <a16:creationId xmlns:a16="http://schemas.microsoft.com/office/drawing/2014/main" id="{D8C993D4-2E3C-D6FA-8B16-ED21CCAB96F2}"/>
                </a:ext>
              </a:extLst>
            </p:cNvPr>
            <p:cNvSpPr/>
            <p:nvPr/>
          </p:nvSpPr>
          <p:spPr>
            <a:xfrm>
              <a:off x="351133" y="4113327"/>
              <a:ext cx="1813560" cy="457603"/>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29" name="Image 5" descr="C:\Users\tibarar\OneDrive - Microsoft\Desktop\MyProjects\extract-insight-action\artifacts\ppt-icons\10086-icon-service-Storage-Accounts.svg">
              <a:extLst>
                <a:ext uri="{FF2B5EF4-FFF2-40B4-BE49-F238E27FC236}">
                  <a16:creationId xmlns:a16="http://schemas.microsoft.com/office/drawing/2014/main" id="{645AE53B-3C6E-5197-F98F-C4429BEF68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149" y="4176555"/>
              <a:ext cx="187457" cy="187457"/>
            </a:xfrm>
            <a:prstGeom prst="rect">
              <a:avLst/>
            </a:prstGeom>
          </p:spPr>
        </p:pic>
        <p:sp>
          <p:nvSpPr>
            <p:cNvPr id="130" name="Text 27">
              <a:extLst>
                <a:ext uri="{FF2B5EF4-FFF2-40B4-BE49-F238E27FC236}">
                  <a16:creationId xmlns:a16="http://schemas.microsoft.com/office/drawing/2014/main" id="{5A8A2794-239E-AD00-2E68-98CD7EAD3A98}"/>
                </a:ext>
              </a:extLst>
            </p:cNvPr>
            <p:cNvSpPr/>
            <p:nvPr/>
          </p:nvSpPr>
          <p:spPr>
            <a:xfrm>
              <a:off x="716718" y="4160106"/>
              <a:ext cx="1406670" cy="163328"/>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Table</a:t>
              </a:r>
              <a:endParaRPr lang="en-US" sz="1200"/>
            </a:p>
          </p:txBody>
        </p:sp>
        <p:sp>
          <p:nvSpPr>
            <p:cNvPr id="131" name="Text 28">
              <a:extLst>
                <a:ext uri="{FF2B5EF4-FFF2-40B4-BE49-F238E27FC236}">
                  <a16:creationId xmlns:a16="http://schemas.microsoft.com/office/drawing/2014/main" id="{8A8838CD-57C6-7FF6-CBD2-C1BE374C8DBD}"/>
                </a:ext>
              </a:extLst>
            </p:cNvPr>
            <p:cNvSpPr/>
            <p:nvPr/>
          </p:nvSpPr>
          <p:spPr>
            <a:xfrm>
              <a:off x="716719" y="4347500"/>
              <a:ext cx="1196052" cy="1424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Conversation ids</a:t>
              </a:r>
              <a:endParaRPr lang="en-US" sz="700">
                <a:solidFill>
                  <a:srgbClr val="4D657A"/>
                </a:solidFill>
                <a:latin typeface="Segoe UI" pitchFamily="34" charset="0"/>
                <a:ea typeface="Segoe UI" pitchFamily="34" charset="-122"/>
                <a:cs typeface="Segoe UI" pitchFamily="34" charset="-120"/>
              </a:endParaRPr>
            </a:p>
          </p:txBody>
        </p:sp>
      </p:grpSp>
      <p:grpSp>
        <p:nvGrpSpPr>
          <p:cNvPr id="139" name="Group 138">
            <a:extLst>
              <a:ext uri="{FF2B5EF4-FFF2-40B4-BE49-F238E27FC236}">
                <a16:creationId xmlns:a16="http://schemas.microsoft.com/office/drawing/2014/main" id="{98D27556-EF2C-EBBF-9BB3-8887C04E82F2}"/>
              </a:ext>
            </a:extLst>
          </p:cNvPr>
          <p:cNvGrpSpPr/>
          <p:nvPr/>
        </p:nvGrpSpPr>
        <p:grpSpPr>
          <a:xfrm>
            <a:off x="4067412" y="4132524"/>
            <a:ext cx="1903634" cy="457603"/>
            <a:chOff x="4085686" y="4113327"/>
            <a:chExt cx="1903634" cy="457603"/>
          </a:xfrm>
        </p:grpSpPr>
        <p:sp>
          <p:nvSpPr>
            <p:cNvPr id="133" name="Shape 26">
              <a:extLst>
                <a:ext uri="{FF2B5EF4-FFF2-40B4-BE49-F238E27FC236}">
                  <a16:creationId xmlns:a16="http://schemas.microsoft.com/office/drawing/2014/main" id="{2EAC93CE-E5EB-D90D-3CBC-EF7828987954}"/>
                </a:ext>
              </a:extLst>
            </p:cNvPr>
            <p:cNvSpPr/>
            <p:nvPr/>
          </p:nvSpPr>
          <p:spPr>
            <a:xfrm>
              <a:off x="4085686" y="4113327"/>
              <a:ext cx="1903634" cy="457603"/>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34" name="Image 5" descr="C:\Users\tibarar\OneDrive - Microsoft\Desktop\MyProjects\extract-insight-action\artifacts\ppt-icons\10086-icon-service-Storage-Accounts.svg">
              <a:extLst>
                <a:ext uri="{FF2B5EF4-FFF2-40B4-BE49-F238E27FC236}">
                  <a16:creationId xmlns:a16="http://schemas.microsoft.com/office/drawing/2014/main" id="{2EAAD9D6-820D-3EED-AB6E-28EA926779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53701" y="4179042"/>
              <a:ext cx="187457" cy="187457"/>
            </a:xfrm>
            <a:prstGeom prst="rect">
              <a:avLst/>
            </a:prstGeom>
          </p:spPr>
        </p:pic>
        <p:sp>
          <p:nvSpPr>
            <p:cNvPr id="135" name="Text 27">
              <a:extLst>
                <a:ext uri="{FF2B5EF4-FFF2-40B4-BE49-F238E27FC236}">
                  <a16:creationId xmlns:a16="http://schemas.microsoft.com/office/drawing/2014/main" id="{596433F6-C444-37DA-37D7-F9F450F73F13}"/>
                </a:ext>
              </a:extLst>
            </p:cNvPr>
            <p:cNvSpPr/>
            <p:nvPr/>
          </p:nvSpPr>
          <p:spPr>
            <a:xfrm>
              <a:off x="4451271" y="4160106"/>
              <a:ext cx="1500768" cy="16652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Queue</a:t>
              </a:r>
              <a:endParaRPr lang="en-US" sz="1200"/>
            </a:p>
          </p:txBody>
        </p:sp>
        <p:sp>
          <p:nvSpPr>
            <p:cNvPr id="136" name="Text 28">
              <a:extLst>
                <a:ext uri="{FF2B5EF4-FFF2-40B4-BE49-F238E27FC236}">
                  <a16:creationId xmlns:a16="http://schemas.microsoft.com/office/drawing/2014/main" id="{B8499345-954A-D8EB-2AF4-3BA801D57E84}"/>
                </a:ext>
              </a:extLst>
            </p:cNvPr>
            <p:cNvSpPr/>
            <p:nvPr/>
          </p:nvSpPr>
          <p:spPr>
            <a:xfrm>
              <a:off x="4451271" y="4347500"/>
              <a:ext cx="1057669" cy="189438"/>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States</a:t>
              </a:r>
            </a:p>
          </p:txBody>
        </p:sp>
      </p:grpSp>
      <p:sp>
        <p:nvSpPr>
          <p:cNvPr id="143" name="Shape 59">
            <a:extLst>
              <a:ext uri="{FF2B5EF4-FFF2-40B4-BE49-F238E27FC236}">
                <a16:creationId xmlns:a16="http://schemas.microsoft.com/office/drawing/2014/main" id="{F38AB3A3-F30E-7488-4A1F-ABA92A18CF35}"/>
              </a:ext>
            </a:extLst>
          </p:cNvPr>
          <p:cNvSpPr/>
          <p:nvPr/>
        </p:nvSpPr>
        <p:spPr>
          <a:xfrm flipH="1">
            <a:off x="1719011" y="1618570"/>
            <a:ext cx="1534982" cy="100584"/>
          </a:xfrm>
          <a:prstGeom prst="chevron">
            <a:avLst/>
          </a:prstGeom>
          <a:solidFill>
            <a:srgbClr val="5A86AF"/>
          </a:solidFill>
          <a:ln w="6350">
            <a:solidFill>
              <a:srgbClr val="5A86AF"/>
            </a:solidFill>
            <a:prstDash val="solid"/>
          </a:ln>
        </p:spPr>
        <p:txBody>
          <a:bodyPr/>
          <a:lstStyle/>
          <a:p>
            <a:endParaRPr lang="en-US" dirty="0"/>
          </a:p>
        </p:txBody>
      </p:sp>
      <p:sp>
        <p:nvSpPr>
          <p:cNvPr id="145" name="Shape 59">
            <a:extLst>
              <a:ext uri="{FF2B5EF4-FFF2-40B4-BE49-F238E27FC236}">
                <a16:creationId xmlns:a16="http://schemas.microsoft.com/office/drawing/2014/main" id="{5BEB8284-D10B-99B1-D4E2-38D13EDF5A0F}"/>
              </a:ext>
            </a:extLst>
          </p:cNvPr>
          <p:cNvSpPr/>
          <p:nvPr/>
        </p:nvSpPr>
        <p:spPr>
          <a:xfrm flipH="1">
            <a:off x="1708834" y="3770708"/>
            <a:ext cx="1534982" cy="100584"/>
          </a:xfrm>
          <a:prstGeom prst="chevron">
            <a:avLst/>
          </a:prstGeom>
          <a:solidFill>
            <a:srgbClr val="5A86AF"/>
          </a:solidFill>
          <a:ln w="6350">
            <a:solidFill>
              <a:srgbClr val="5A86AF"/>
            </a:solidFill>
            <a:prstDash val="solid"/>
          </a:ln>
        </p:spPr>
        <p:txBody>
          <a:bodyPr/>
          <a:lstStyle/>
          <a:p>
            <a:endParaRPr lang="en-US" dirty="0"/>
          </a:p>
        </p:txBody>
      </p:sp>
    </p:spTree>
    <p:extLst>
      <p:ext uri="{BB962C8B-B14F-4D97-AF65-F5344CB8AC3E}">
        <p14:creationId xmlns:p14="http://schemas.microsoft.com/office/powerpoint/2010/main" val="4220579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1999</TotalTime>
  <Words>979</Words>
  <Application>Microsoft Office PowerPoint</Application>
  <PresentationFormat>Widescreen</PresentationFormat>
  <Paragraphs>194</Paragraphs>
  <Slides>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Courier New</vt:lpstr>
      <vt:lpstr>Segoe UI</vt:lpstr>
      <vt:lpstr>Segoe UI Semibold</vt:lpstr>
      <vt:lpstr>Trebuchet MS</vt:lpstr>
      <vt:lpstr>Office Theme</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Extract-Insight-Action Enterprise Architecture</dc:title>
  <dc:subject>Extract Insight Action architecture</dc:subject>
  <dc:creator>GitHub Copilot</dc:creator>
  <cp:lastModifiedBy>Tirthankar Barari (TR)</cp:lastModifiedBy>
  <cp:revision>1</cp:revision>
  <dcterms:created xsi:type="dcterms:W3CDTF">2026-05-29T02:31:24Z</dcterms:created>
  <dcterms:modified xsi:type="dcterms:W3CDTF">2026-06-25T21:52:05Z</dcterms:modified>
</cp:coreProperties>
</file>